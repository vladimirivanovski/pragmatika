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ljana Ivanovska" userId="b45da7be-aefd-45b2-9c4c-86a34cc26954" providerId="ADAL" clId="{7E1DA590-DCE9-490A-A23D-42836CA26A96}"/>
    <pc:docChg chg="modSld">
      <pc:chgData name="Biljana Ivanovska" userId="b45da7be-aefd-45b2-9c4c-86a34cc26954" providerId="ADAL" clId="{7E1DA590-DCE9-490A-A23D-42836CA26A96}" dt="2025-12-20T16:11:47.455" v="0" actId="14100"/>
      <pc:docMkLst>
        <pc:docMk/>
      </pc:docMkLst>
      <pc:sldChg chg="modSp mod">
        <pc:chgData name="Biljana Ivanovska" userId="b45da7be-aefd-45b2-9c4c-86a34cc26954" providerId="ADAL" clId="{7E1DA590-DCE9-490A-A23D-42836CA26A96}" dt="2025-12-20T16:11:47.455" v="0" actId="14100"/>
        <pc:sldMkLst>
          <pc:docMk/>
          <pc:sldMk cId="0" sldId="256"/>
        </pc:sldMkLst>
        <pc:spChg chg="mod">
          <ac:chgData name="Biljana Ivanovska" userId="b45da7be-aefd-45b2-9c4c-86a34cc26954" providerId="ADAL" clId="{7E1DA590-DCE9-490A-A23D-42836CA26A96}" dt="2025-12-20T16:11:47.455" v="0" actId="14100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Contemporary Approaches in Intercultural Pragmatics: From Scientific Concepts to Practical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82510"/>
            <a:ext cx="6400800" cy="1056290"/>
          </a:xfrm>
        </p:spPr>
        <p:txBody>
          <a:bodyPr/>
          <a:lstStyle/>
          <a:p>
            <a:r>
              <a:rPr dirty="0"/>
              <a:t>Analytical Overview and Reflection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investigates contemporary approaches in intercultural pragmatics and their application in teaching German and English.</a:t>
            </a:r>
          </a:p>
          <a:p>
            <a:r>
              <a:t>Focus areas: cultural differences, politeness, speech acts.</a:t>
            </a:r>
          </a:p>
          <a:p>
            <a:r>
              <a:t>Applied frameworks: sociopragmatics, cultural analysis, contrastive pragmatics.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Subject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Intercultural pragmatic competence and its application in language teaching.</a:t>
            </a:r>
          </a:p>
          <a:p>
            <a:r>
              <a:t>Analysis of speech acts, politeness strategies, culturally specific patterns.</a:t>
            </a:r>
          </a:p>
          <a:p>
            <a:r>
              <a:t>Comparative analysis between learners and native speakers.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 contemporary theories and approaches into teaching practice.</a:t>
            </a:r>
          </a:p>
          <a:p>
            <a:r>
              <a:t>Identify culturally specific communication strategies.</a:t>
            </a:r>
          </a:p>
          <a:p>
            <a:r>
              <a:t>Conduct contrastive analysis of interlanguage and native speech.</a:t>
            </a:r>
          </a:p>
          <a:p>
            <a:r>
              <a:t>Propose teaching models for enhanced intercultural communication.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does context influence language use?</a:t>
            </a:r>
          </a:p>
          <a:p>
            <a:r>
              <a:t>How do learners develop pragmatic competence?</a:t>
            </a:r>
          </a:p>
          <a:p>
            <a:r>
              <a:t>Which strategies and methods are most effective in teaching?</a:t>
            </a:r>
          </a:p>
          <a:p>
            <a:r>
              <a:t>What are the differences in interpreting speech acts?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Explicit instruction contributes to the development of pragmatic awareness.</a:t>
            </a:r>
          </a:p>
          <a:p>
            <a:r>
              <a:t>Exposure to authentic situations increases flexibility.</a:t>
            </a:r>
          </a:p>
          <a:p>
            <a:r>
              <a:t>Cultural models influence the interpretation of politeness.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theoretical framework and research tools.</a:t>
            </a:r>
          </a:p>
          <a:p>
            <a:r>
              <a:t>Analyse teaching materials and discourse samples.</a:t>
            </a:r>
          </a:p>
          <a:p>
            <a:r>
              <a:t>Identify differences in production and perception.</a:t>
            </a:r>
          </a:p>
          <a:p>
            <a:r>
              <a:t>Outputs: monograph, academic papers, scientific events.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Months 1–6: Literature review and tool development.</a:t>
            </a:r>
          </a:p>
          <a:p>
            <a:r>
              <a:t>Months 7–12: Creation of teaching modules.</a:t>
            </a:r>
          </a:p>
          <a:p>
            <a:r>
              <a:t>Months 13–18: Analysis and testing.</a:t>
            </a:r>
          </a:p>
          <a:p>
            <a:r>
              <a:t>Months 19–24: Publication of book and organization of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Tests for measuring pragmatic competence.</a:t>
            </a:r>
          </a:p>
          <a:p>
            <a:r>
              <a:t>Corpus of interlanguage data.</a:t>
            </a:r>
          </a:p>
          <a:p>
            <a:r>
              <a:t>Teaching modules for speech acts.</a:t>
            </a:r>
          </a:p>
          <a:p>
            <a:r>
              <a:t>Website with materials and results.</a:t>
            </a:r>
          </a:p>
          <a:p>
            <a:r>
              <a:t>Contrastive studies.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Perspectives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 for competence measurement.</a:t>
            </a:r>
          </a:p>
          <a:p>
            <a:r>
              <a:t>Corpus of interlanguage samples.</a:t>
            </a:r>
          </a:p>
          <a:p>
            <a:r>
              <a:t>Teaching modules and online resources.</a:t>
            </a:r>
          </a:p>
          <a:p>
            <a:r>
              <a:t>Publications and scientific events.</a:t>
            </a:r>
          </a:p>
          <a:p>
            <a:r>
              <a:t>Useful for teachers, researchers, and students.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Contemporary Approaches in Intercultural Pragmatics: From Scientific Concepts to Practical Implementation</vt:lpstr>
      <vt:lpstr>Abstract</vt:lpstr>
      <vt:lpstr>Research Subject</vt:lpstr>
      <vt:lpstr>Research Objectives</vt:lpstr>
      <vt:lpstr>Research Questions</vt:lpstr>
      <vt:lpstr>Hypotheses</vt:lpstr>
      <vt:lpstr>Planned Activities</vt:lpstr>
      <vt:lpstr>Timeline</vt:lpstr>
      <vt:lpstr>Expected Results</vt:lpstr>
      <vt:lpstr>Perspectives and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Contemporary Approaches in Intercultural Pragmatics: From Scientific Concepts to Practical Implementation</dc:title>
  <dc:subject/>
  <dc:creator>Biljana Ivanovska</dc:creator>
  <cp:keywords/>
  <dc:description>generated using python-pptx</dc:description>
  <cp:lastModifiedBy>ppppp</cp:lastModifiedBy>
  <cp:revision>1</cp:revision>
  <dcterms:created xsi:type="dcterms:W3CDTF">2013-01-27T09:14:16Z</dcterms:created>
  <dcterms:modified xsi:type="dcterms:W3CDTF">2025-12-20T16:12:04Z</dcterms:modified>
  <cp:category/>
</cp:coreProperties>
</file>