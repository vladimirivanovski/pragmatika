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6" r:id="rId4"/>
  </p:sldMasterIdLst>
  <p:sldIdLst>
    <p:sldId id="280" r:id="rId5"/>
    <p:sldId id="282" r:id="rId6"/>
    <p:sldId id="283" r:id="rId7"/>
    <p:sldId id="284" r:id="rId8"/>
    <p:sldId id="285" r:id="rId9"/>
    <p:sldId id="286" r:id="rId10"/>
    <p:sldId id="287" r:id="rId11"/>
    <p:sldId id="288" r:id="rId12"/>
    <p:sldId id="289" r:id="rId13"/>
    <p:sldId id="290" r:id="rId14"/>
    <p:sldId id="291" r:id="rId15"/>
  </p:sldIdLst>
  <p:sldSz cx="12192000" cy="6858000"/>
  <p:notesSz cx="6858000" cy="9144000"/>
  <p:defaultTextStyle>
    <a:defPPr>
      <a:defRPr lang="mk-M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9" autoAdjust="0"/>
  </p:normalViewPr>
  <p:slideViewPr>
    <p:cSldViewPr snapToGrid="0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iljana Ivanovska" userId="b45da7be-aefd-45b2-9c4c-86a34cc26954" providerId="ADAL" clId="{F3B1936F-E139-4AE9-9DE7-3739C2D2E428}"/>
    <pc:docChg chg="modSld">
      <pc:chgData name="Biljana Ivanovska" userId="b45da7be-aefd-45b2-9c4c-86a34cc26954" providerId="ADAL" clId="{F3B1936F-E139-4AE9-9DE7-3739C2D2E428}" dt="2026-01-08T21:31:22.602" v="20" actId="20577"/>
      <pc:docMkLst>
        <pc:docMk/>
      </pc:docMkLst>
      <pc:sldChg chg="modSp mod">
        <pc:chgData name="Biljana Ivanovska" userId="b45da7be-aefd-45b2-9c4c-86a34cc26954" providerId="ADAL" clId="{F3B1936F-E139-4AE9-9DE7-3739C2D2E428}" dt="2026-01-08T21:30:00.064" v="2" actId="122"/>
        <pc:sldMkLst>
          <pc:docMk/>
          <pc:sldMk cId="576213794" sldId="282"/>
        </pc:sldMkLst>
        <pc:spChg chg="mod">
          <ac:chgData name="Biljana Ivanovska" userId="b45da7be-aefd-45b2-9c4c-86a34cc26954" providerId="ADAL" clId="{F3B1936F-E139-4AE9-9DE7-3739C2D2E428}" dt="2026-01-08T21:30:00.064" v="2" actId="122"/>
          <ac:spMkLst>
            <pc:docMk/>
            <pc:sldMk cId="576213794" sldId="282"/>
            <ac:spMk id="3" creationId="{2C50CFBE-379E-4E16-BA9C-555C2C36B4CD}"/>
          </ac:spMkLst>
        </pc:spChg>
      </pc:sldChg>
      <pc:sldChg chg="modSp mod">
        <pc:chgData name="Biljana Ivanovska" userId="b45da7be-aefd-45b2-9c4c-86a34cc26954" providerId="ADAL" clId="{F3B1936F-E139-4AE9-9DE7-3739C2D2E428}" dt="2026-01-08T21:30:12.511" v="5" actId="20577"/>
        <pc:sldMkLst>
          <pc:docMk/>
          <pc:sldMk cId="917410236" sldId="283"/>
        </pc:sldMkLst>
        <pc:spChg chg="mod">
          <ac:chgData name="Biljana Ivanovska" userId="b45da7be-aefd-45b2-9c4c-86a34cc26954" providerId="ADAL" clId="{F3B1936F-E139-4AE9-9DE7-3739C2D2E428}" dt="2026-01-08T21:30:12.511" v="5" actId="20577"/>
          <ac:spMkLst>
            <pc:docMk/>
            <pc:sldMk cId="917410236" sldId="283"/>
            <ac:spMk id="3" creationId="{8AD4A738-E98A-4A29-9553-BC5F5D327F72}"/>
          </ac:spMkLst>
        </pc:spChg>
      </pc:sldChg>
      <pc:sldChg chg="modSp mod">
        <pc:chgData name="Biljana Ivanovska" userId="b45da7be-aefd-45b2-9c4c-86a34cc26954" providerId="ADAL" clId="{F3B1936F-E139-4AE9-9DE7-3739C2D2E428}" dt="2026-01-08T21:30:22.364" v="6" actId="255"/>
        <pc:sldMkLst>
          <pc:docMk/>
          <pc:sldMk cId="1066540961" sldId="284"/>
        </pc:sldMkLst>
        <pc:spChg chg="mod">
          <ac:chgData name="Biljana Ivanovska" userId="b45da7be-aefd-45b2-9c4c-86a34cc26954" providerId="ADAL" clId="{F3B1936F-E139-4AE9-9DE7-3739C2D2E428}" dt="2026-01-08T21:30:22.364" v="6" actId="255"/>
          <ac:spMkLst>
            <pc:docMk/>
            <pc:sldMk cId="1066540961" sldId="284"/>
            <ac:spMk id="3" creationId="{B38BB5CC-C6D5-4F2C-9091-F0B87E8574B7}"/>
          </ac:spMkLst>
        </pc:spChg>
      </pc:sldChg>
      <pc:sldChg chg="modSp mod">
        <pc:chgData name="Biljana Ivanovska" userId="b45da7be-aefd-45b2-9c4c-86a34cc26954" providerId="ADAL" clId="{F3B1936F-E139-4AE9-9DE7-3739C2D2E428}" dt="2026-01-08T21:30:44.556" v="8" actId="5793"/>
        <pc:sldMkLst>
          <pc:docMk/>
          <pc:sldMk cId="447788223" sldId="287"/>
        </pc:sldMkLst>
        <pc:spChg chg="mod">
          <ac:chgData name="Biljana Ivanovska" userId="b45da7be-aefd-45b2-9c4c-86a34cc26954" providerId="ADAL" clId="{F3B1936F-E139-4AE9-9DE7-3739C2D2E428}" dt="2026-01-08T21:30:44.556" v="8" actId="5793"/>
          <ac:spMkLst>
            <pc:docMk/>
            <pc:sldMk cId="447788223" sldId="287"/>
            <ac:spMk id="3" creationId="{56136863-00DA-44C1-A1A7-E0F0FC55A9AB}"/>
          </ac:spMkLst>
        </pc:spChg>
      </pc:sldChg>
      <pc:sldChg chg="modSp mod">
        <pc:chgData name="Biljana Ivanovska" userId="b45da7be-aefd-45b2-9c4c-86a34cc26954" providerId="ADAL" clId="{F3B1936F-E139-4AE9-9DE7-3739C2D2E428}" dt="2026-01-08T21:31:06.021" v="14" actId="20577"/>
        <pc:sldMkLst>
          <pc:docMk/>
          <pc:sldMk cId="550623203" sldId="288"/>
        </pc:sldMkLst>
        <pc:spChg chg="mod">
          <ac:chgData name="Biljana Ivanovska" userId="b45da7be-aefd-45b2-9c4c-86a34cc26954" providerId="ADAL" clId="{F3B1936F-E139-4AE9-9DE7-3739C2D2E428}" dt="2026-01-08T21:31:06.021" v="14" actId="20577"/>
          <ac:spMkLst>
            <pc:docMk/>
            <pc:sldMk cId="550623203" sldId="288"/>
            <ac:spMk id="3" creationId="{1FEA2A6B-36F7-470B-A48A-04B942D967E9}"/>
          </ac:spMkLst>
        </pc:spChg>
      </pc:sldChg>
      <pc:sldChg chg="modSp mod">
        <pc:chgData name="Biljana Ivanovska" userId="b45da7be-aefd-45b2-9c4c-86a34cc26954" providerId="ADAL" clId="{F3B1936F-E139-4AE9-9DE7-3739C2D2E428}" dt="2026-01-08T21:31:22.602" v="20" actId="20577"/>
        <pc:sldMkLst>
          <pc:docMk/>
          <pc:sldMk cId="2309281485" sldId="289"/>
        </pc:sldMkLst>
        <pc:spChg chg="mod">
          <ac:chgData name="Biljana Ivanovska" userId="b45da7be-aefd-45b2-9c4c-86a34cc26954" providerId="ADAL" clId="{F3B1936F-E139-4AE9-9DE7-3739C2D2E428}" dt="2026-01-08T21:31:22.602" v="20" actId="20577"/>
          <ac:spMkLst>
            <pc:docMk/>
            <pc:sldMk cId="2309281485" sldId="289"/>
            <ac:spMk id="3" creationId="{D35ABBCF-183F-4B07-8A3A-7F0646F48FB1}"/>
          </ac:spMkLst>
        </pc:spChg>
      </pc:sldChg>
    </pc:docChg>
  </pc:docChgLst>
  <pc:docChgLst>
    <pc:chgData name="Biljana Ivanovska" userId="b45da7be-aefd-45b2-9c4c-86a34cc26954" providerId="ADAL" clId="{F2DA60F7-4412-415A-A62F-2834BE1E595D}"/>
    <pc:docChg chg="custSel delSld modSld">
      <pc:chgData name="Biljana Ivanovska" userId="b45da7be-aefd-45b2-9c4c-86a34cc26954" providerId="ADAL" clId="{F2DA60F7-4412-415A-A62F-2834BE1E595D}" dt="2026-01-08T16:30:17.326" v="20" actId="2696"/>
      <pc:docMkLst>
        <pc:docMk/>
      </pc:docMkLst>
      <pc:sldChg chg="modSp mod">
        <pc:chgData name="Biljana Ivanovska" userId="b45da7be-aefd-45b2-9c4c-86a34cc26954" providerId="ADAL" clId="{F2DA60F7-4412-415A-A62F-2834BE1E595D}" dt="2026-01-08T16:29:20.819" v="13" actId="113"/>
        <pc:sldMkLst>
          <pc:docMk/>
          <pc:sldMk cId="576213794" sldId="282"/>
        </pc:sldMkLst>
        <pc:spChg chg="mod">
          <ac:chgData name="Biljana Ivanovska" userId="b45da7be-aefd-45b2-9c4c-86a34cc26954" providerId="ADAL" clId="{F2DA60F7-4412-415A-A62F-2834BE1E595D}" dt="2026-01-08T16:29:20.819" v="13" actId="113"/>
          <ac:spMkLst>
            <pc:docMk/>
            <pc:sldMk cId="576213794" sldId="282"/>
            <ac:spMk id="3" creationId="{2C50CFBE-379E-4E16-BA9C-555C2C36B4CD}"/>
          </ac:spMkLst>
        </pc:spChg>
      </pc:sldChg>
      <pc:sldChg chg="delSp mod">
        <pc:chgData name="Biljana Ivanovska" userId="b45da7be-aefd-45b2-9c4c-86a34cc26954" providerId="ADAL" clId="{F2DA60F7-4412-415A-A62F-2834BE1E595D}" dt="2026-01-08T16:29:55.735" v="15" actId="478"/>
        <pc:sldMkLst>
          <pc:docMk/>
          <pc:sldMk cId="3464058516" sldId="285"/>
        </pc:sldMkLst>
        <pc:spChg chg="del">
          <ac:chgData name="Biljana Ivanovska" userId="b45da7be-aefd-45b2-9c4c-86a34cc26954" providerId="ADAL" clId="{F2DA60F7-4412-415A-A62F-2834BE1E595D}" dt="2026-01-08T16:29:55.735" v="15" actId="478"/>
          <ac:spMkLst>
            <pc:docMk/>
            <pc:sldMk cId="3464058516" sldId="285"/>
            <ac:spMk id="2" creationId="{334B7AA2-3563-47A9-A35A-FFC74EFC70CF}"/>
          </ac:spMkLst>
        </pc:spChg>
      </pc:sldChg>
      <pc:sldChg chg="delSp mod">
        <pc:chgData name="Biljana Ivanovska" userId="b45da7be-aefd-45b2-9c4c-86a34cc26954" providerId="ADAL" clId="{F2DA60F7-4412-415A-A62F-2834BE1E595D}" dt="2026-01-08T16:29:42.078" v="14" actId="478"/>
        <pc:sldMkLst>
          <pc:docMk/>
          <pc:sldMk cId="632838620" sldId="286"/>
        </pc:sldMkLst>
        <pc:spChg chg="del">
          <ac:chgData name="Biljana Ivanovska" userId="b45da7be-aefd-45b2-9c4c-86a34cc26954" providerId="ADAL" clId="{F2DA60F7-4412-415A-A62F-2834BE1E595D}" dt="2026-01-08T16:29:42.078" v="14" actId="478"/>
          <ac:spMkLst>
            <pc:docMk/>
            <pc:sldMk cId="632838620" sldId="286"/>
            <ac:spMk id="2" creationId="{192D853F-D00E-4C92-BEEC-06CACE43F8D3}"/>
          </ac:spMkLst>
        </pc:spChg>
      </pc:sldChg>
      <pc:sldChg chg="delSp modSp mod">
        <pc:chgData name="Biljana Ivanovska" userId="b45da7be-aefd-45b2-9c4c-86a34cc26954" providerId="ADAL" clId="{F2DA60F7-4412-415A-A62F-2834BE1E595D}" dt="2026-01-08T16:30:00.610" v="17" actId="478"/>
        <pc:sldMkLst>
          <pc:docMk/>
          <pc:sldMk cId="447788223" sldId="287"/>
        </pc:sldMkLst>
        <pc:spChg chg="del mod">
          <ac:chgData name="Biljana Ivanovska" userId="b45da7be-aefd-45b2-9c4c-86a34cc26954" providerId="ADAL" clId="{F2DA60F7-4412-415A-A62F-2834BE1E595D}" dt="2026-01-08T16:30:00.610" v="17" actId="478"/>
          <ac:spMkLst>
            <pc:docMk/>
            <pc:sldMk cId="447788223" sldId="287"/>
            <ac:spMk id="2" creationId="{82C8BB27-DF9C-4119-8068-856874B00146}"/>
          </ac:spMkLst>
        </pc:spChg>
      </pc:sldChg>
      <pc:sldChg chg="modSp mod">
        <pc:chgData name="Biljana Ivanovska" userId="b45da7be-aefd-45b2-9c4c-86a34cc26954" providerId="ADAL" clId="{F2DA60F7-4412-415A-A62F-2834BE1E595D}" dt="2026-01-08T16:30:11.443" v="19" actId="5793"/>
        <pc:sldMkLst>
          <pc:docMk/>
          <pc:sldMk cId="235299808" sldId="291"/>
        </pc:sldMkLst>
        <pc:spChg chg="mod">
          <ac:chgData name="Biljana Ivanovska" userId="b45da7be-aefd-45b2-9c4c-86a34cc26954" providerId="ADAL" clId="{F2DA60F7-4412-415A-A62F-2834BE1E595D}" dt="2026-01-08T16:30:11.443" v="19" actId="5793"/>
          <ac:spMkLst>
            <pc:docMk/>
            <pc:sldMk cId="235299808" sldId="291"/>
            <ac:spMk id="3" creationId="{4F066541-3268-4641-A995-70CB4A99FAA8}"/>
          </ac:spMkLst>
        </pc:spChg>
      </pc:sldChg>
      <pc:sldChg chg="del">
        <pc:chgData name="Biljana Ivanovska" userId="b45da7be-aefd-45b2-9c4c-86a34cc26954" providerId="ADAL" clId="{F2DA60F7-4412-415A-A62F-2834BE1E595D}" dt="2026-01-08T16:30:17.326" v="20" actId="2696"/>
        <pc:sldMkLst>
          <pc:docMk/>
          <pc:sldMk cId="3096789581" sldId="29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C3AB4-1766-4B57-8BA3-3279E864E0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8CC59D-70A0-44C4-B437-3098F6A52D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mk-M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A3967C-A8FC-4FC5-8519-E4D632F97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1/8/2026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0D1BF4-03BA-4CAE-84BA-952BF9F85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E0CB72-C171-43E7-8D46-A30951B68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7305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0E46D-1B2A-45E6-BEF4-FD412BF4C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4AFEA-A519-4801-BC7C-BF63183BE8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7FC80F-C89F-4F94-B6BA-4E511411F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1/8/2026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921FF2-6DC5-4E34-9937-7364054E1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F4438D-16F3-4D5D-9098-F3DB4C3A0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4809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6B3E7-C7A1-42AF-9005-970396CB9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CC11F6-FC37-4570-B1B3-6EC10A9BD9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B6BB36-19F8-4F13-992C-ABCC053F9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1/8/2026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C73D88-8D60-4769-BB91-12874C7AB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F70EB3-54AB-4C75-9A0E-2D9B9A8A1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0166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ED7AA-41C8-4A3D-BA78-53A8BC455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63978-AAFE-4394-A183-215EC6CEBA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AEB733-DCCD-485B-B53E-43A465758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DA49DD-FE83-4B03-8348-F49697AA0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1/8/2026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1A60C1-6859-401B-A000-85308085E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903908-8211-452C-9690-E23B5271D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95525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74579-FD95-4C6C-89D2-2C0AFDE2F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B5891A-0091-4D4A-B984-118EC8C363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802BF7-18C0-43C3-AA63-C0781B5DEA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C6B534-AF08-438B-8777-037F8B52DD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0BEB13-F8A8-4F81-BC8D-AF63DBE0AB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70557E-B8FD-4461-9C72-A8CA8A76D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1/8/2026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886FDD-8803-4CCB-B1CD-EFAE691C5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2D2ED9-A537-43DF-BE96-6048CB448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40497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DBB6F-A2E3-44C7-9B59-81B0EEBD1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2D345E-1A1C-4B1F-AF69-39DFD9A9A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1/8/2026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61A838-EACC-42DE-94A3-5C69E19DD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DF3B5B-08BE-493C-A300-022B9F015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5490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C15CE1-D807-407E-A852-30CA5A071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1/8/2026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7F4F65-1118-480F-B479-AA46CE635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3E0DE6-37EC-498F-A028-2B2DC5584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0217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FA937-3C21-4B17-AB84-86A1B9E12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21DB1-A3EA-44D9-B6A3-1006CD894B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3F9A96-9739-4075-A31B-3EEFCFAFE5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F027A8-D1CF-4036-96A3-050882113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1/8/2026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FA3FB7-751A-4AF2-862E-9977FD9AC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8D069E-EF9B-472B-A897-E099987A7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9532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F8DEE-61A4-41DB-89C9-3AC7B848D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BCBB87-36CE-4601-9AD2-BB95E6C655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mk-M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4DE15D-B2A9-40D5-87A0-C2CAE9A2D0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680505-0647-43BD-9E20-1DE949A03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1/8/2026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5F87E1-7229-4957-AFCE-EA8778CCF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DD5C9C-572B-4A74-8281-414A16018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6014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9622E-AD10-45B4-A17D-1116B517E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3BA5D7-2CA2-403D-BE3F-B3FF09131F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569351-1CFC-45FD-8F4F-F77E51A25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1/8/2026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B61E7E-5B1A-437B-88E1-8883A4230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B666AE-D698-46D0-96A6-3652BCFCA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14199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FF38FC-962E-490C-9C06-0FB8D1157C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67754-473A-4DAC-B407-8990253CDF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08E92E-2E0E-41AD-AF66-A5EA0DCC5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1/8/2026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A67F7B-6C6C-49BC-996E-BE8DBC481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FED75A-8A60-48D8-8C1C-28749C654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8825212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19D9DC-102E-4A04-BE3E-FA4F8EB47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417062-B714-4C72-AEB3-EABFCBE9A3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E19FCC-3798-4969-A29C-A6FB1B46D1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3ED0CC-082F-4160-86E5-0D6041F12778}" type="datetime1">
              <a:rPr lang="en-US" smtClean="0"/>
              <a:t>1/8/2026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DAE02B-3A52-4C3B-A67A-7682636A7F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3ABD84-7DA1-41EE-9CE5-E1902084B7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9154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mk-M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large, sitting, white, numbers">
            <a:extLst>
              <a:ext uri="{FF2B5EF4-FFF2-40B4-BE49-F238E27FC236}">
                <a16:creationId xmlns:a16="http://schemas.microsoft.com/office/drawing/2014/main" id="{9A5D9ED1-DFCC-4799-89E2-D118451B98D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2" y="0"/>
            <a:ext cx="1219135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89962" y="1673524"/>
            <a:ext cx="3485073" cy="2420504"/>
          </a:xfrm>
        </p:spPr>
        <p:txBody>
          <a:bodyPr>
            <a:normAutofit/>
          </a:bodyPr>
          <a:lstStyle/>
          <a:p>
            <a:pPr algn="l"/>
            <a:r>
              <a:rPr lang="en-US" sz="4400" dirty="0"/>
              <a:t>MODUL 2</a:t>
            </a:r>
            <a:br>
              <a:rPr lang="en-US" sz="4000" dirty="0"/>
            </a:b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89965" y="4157933"/>
            <a:ext cx="3485072" cy="1026544"/>
          </a:xfrm>
        </p:spPr>
        <p:txBody>
          <a:bodyPr>
            <a:normAutofit/>
          </a:bodyPr>
          <a:lstStyle/>
          <a:p>
            <a:pPr algn="l"/>
            <a:endParaRPr lang="en-US" sz="2300" dirty="0">
              <a:solidFill>
                <a:srgbClr val="5792BA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DCDE60-23C5-4F00-88D6-68FF9D3B5CC7}"/>
              </a:ext>
            </a:extLst>
          </p:cNvPr>
          <p:cNvSpPr/>
          <p:nvPr/>
        </p:nvSpPr>
        <p:spPr>
          <a:xfrm>
            <a:off x="7389965" y="2700067"/>
            <a:ext cx="3485072" cy="14578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/>
              <a:t>MODUL  2</a:t>
            </a:r>
            <a:endParaRPr lang="mk-MK" sz="4400" dirty="0"/>
          </a:p>
        </p:txBody>
      </p:sp>
    </p:spTree>
    <p:extLst>
      <p:ext uri="{BB962C8B-B14F-4D97-AF65-F5344CB8AC3E}">
        <p14:creationId xmlns:p14="http://schemas.microsoft.com/office/powerpoint/2010/main" val="1583120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50CFBE-379E-4E16-BA9C-555C2C36B4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spcBef>
                <a:spcPts val="1800"/>
              </a:spcBef>
              <a:spcAft>
                <a:spcPts val="400"/>
              </a:spcAft>
              <a:buNone/>
            </a:pPr>
            <a:r>
              <a:rPr lang="de-DE" sz="4400" b="1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Menschen in interkultureller Kommunikation - </a:t>
            </a:r>
            <a:r>
              <a:rPr lang="de-DE" sz="4400" b="1" kern="0" dirty="0">
                <a:solidFill>
                  <a:srgbClr val="0F4761"/>
                </a:solidFill>
                <a:effectLst/>
                <a:latin typeface="Aptos Display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sz="4400" b="1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Einführung in die Interkulturelle Pragmatik</a:t>
            </a:r>
            <a:r>
              <a:rPr lang="de-DE" sz="44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 </a:t>
            </a:r>
          </a:p>
          <a:p>
            <a:endParaRPr lang="mk-MK" dirty="0"/>
          </a:p>
        </p:txBody>
      </p:sp>
    </p:spTree>
    <p:extLst>
      <p:ext uri="{BB962C8B-B14F-4D97-AF65-F5344CB8AC3E}">
        <p14:creationId xmlns:p14="http://schemas.microsoft.com/office/powerpoint/2010/main" val="5762137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D4A738-E98A-4A29-9553-BC5F5D327F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800"/>
              </a:spcBef>
              <a:spcAft>
                <a:spcPts val="400"/>
              </a:spcAft>
            </a:pPr>
            <a:r>
              <a:rPr lang="en-US" sz="4400" b="1" kern="0" dirty="0">
                <a:solidFill>
                  <a:srgbClr val="0F4761"/>
                </a:solidFill>
                <a:effectLst/>
                <a:latin typeface="Aptos Display"/>
                <a:ea typeface="Times New Roman" panose="02020603050405020304" pitchFamily="18" charset="0"/>
                <a:cs typeface="Times New Roman" panose="02020603050405020304" pitchFamily="18" charset="0"/>
              </a:rPr>
              <a:t>Folie 2: Definition </a:t>
            </a:r>
            <a:r>
              <a:rPr lang="en-US" sz="4400" b="1" kern="0" dirty="0" err="1">
                <a:solidFill>
                  <a:srgbClr val="0F4761"/>
                </a:solidFill>
                <a:effectLst/>
                <a:latin typeface="Aptos Display"/>
                <a:ea typeface="Times New Roman" panose="02020603050405020304" pitchFamily="18" charset="0"/>
                <a:cs typeface="Times New Roman" panose="02020603050405020304" pitchFamily="18" charset="0"/>
              </a:rPr>
              <a:t>Pragmatik</a:t>
            </a:r>
            <a:endParaRPr lang="en-US" sz="4400" b="1" kern="0" dirty="0">
              <a:solidFill>
                <a:srgbClr val="0F4761"/>
              </a:solidFill>
              <a:effectLst/>
              <a:latin typeface="Aptos Display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1800"/>
              </a:spcBef>
              <a:spcAft>
                <a:spcPts val="400"/>
              </a:spcAft>
              <a:buNone/>
            </a:pPr>
            <a:endParaRPr lang="mk-MK" sz="4400" b="1" kern="0" dirty="0">
              <a:solidFill>
                <a:srgbClr val="0F4761"/>
              </a:solidFill>
              <a:effectLst/>
              <a:latin typeface="Aptos Display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de-DE" sz="2800" dirty="0">
                <a:effectLst/>
                <a:latin typeface="Aptos"/>
                <a:ea typeface="Aptos"/>
                <a:cs typeface="Symbol" panose="05050102010706020507" pitchFamily="18" charset="2"/>
              </a:rPr>
              <a:t>Studium der sprachlichen Bedeutung im Kontext.</a:t>
            </a:r>
            <a:endParaRPr lang="mk-MK" sz="2800" dirty="0">
              <a:effectLst/>
              <a:latin typeface="Aptos"/>
              <a:ea typeface="Aptos"/>
              <a:cs typeface="Symbol" panose="05050102010706020507" pitchFamily="18" charset="2"/>
            </a:endParaRP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28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Fokus</a:t>
            </a:r>
            <a:r>
              <a:rPr lang="en-US" sz="2800" dirty="0">
                <a:effectLst/>
                <a:latin typeface="Aptos"/>
                <a:ea typeface="Aptos"/>
                <a:cs typeface="Symbol" panose="05050102010706020507" pitchFamily="18" charset="2"/>
              </a:rPr>
              <a:t> auf </a:t>
            </a:r>
            <a:r>
              <a:rPr lang="en-US" sz="28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Sprecherintentionen</a:t>
            </a:r>
            <a:r>
              <a:rPr lang="en-US" sz="2800" dirty="0">
                <a:effectLst/>
                <a:latin typeface="Aptos"/>
                <a:ea typeface="Aptos"/>
                <a:cs typeface="Symbol" panose="05050102010706020507" pitchFamily="18" charset="2"/>
              </a:rPr>
              <a:t> und </a:t>
            </a:r>
            <a:r>
              <a:rPr lang="en-US" sz="28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Kommunikationshandlungen</a:t>
            </a:r>
            <a:r>
              <a:rPr lang="en-US" sz="2800" dirty="0">
                <a:effectLst/>
                <a:latin typeface="Aptos"/>
                <a:ea typeface="Aptos"/>
                <a:cs typeface="Symbol" panose="05050102010706020507" pitchFamily="18" charset="2"/>
              </a:rPr>
              <a:t>.</a:t>
            </a:r>
            <a:endParaRPr lang="mk-MK" sz="2800" dirty="0">
              <a:effectLst/>
              <a:latin typeface="Aptos"/>
              <a:ea typeface="Aptos"/>
              <a:cs typeface="Symbol" panose="05050102010706020507" pitchFamily="18" charset="2"/>
            </a:endParaRP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de-DE" sz="2800" dirty="0">
                <a:effectLst/>
                <a:latin typeface="Aptos"/>
                <a:ea typeface="Aptos"/>
                <a:cs typeface="Symbol" panose="05050102010706020507" pitchFamily="18" charset="2"/>
              </a:rPr>
              <a:t>Abgrenzung zur Semantik (Bedeutung unabhängig vom Kontext).</a:t>
            </a:r>
            <a:endParaRPr lang="mk-MK" sz="2800" dirty="0">
              <a:effectLst/>
              <a:latin typeface="Aptos"/>
              <a:ea typeface="Aptos"/>
              <a:cs typeface="Symbol" panose="05050102010706020507" pitchFamily="18" charset="2"/>
            </a:endParaRPr>
          </a:p>
          <a:p>
            <a:endParaRPr lang="mk-MK" dirty="0"/>
          </a:p>
        </p:txBody>
      </p:sp>
    </p:spTree>
    <p:extLst>
      <p:ext uri="{BB962C8B-B14F-4D97-AF65-F5344CB8AC3E}">
        <p14:creationId xmlns:p14="http://schemas.microsoft.com/office/powerpoint/2010/main" val="9174102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BB5CC-C6D5-4F2C-9091-F0B87E8574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1800"/>
              </a:spcBef>
              <a:spcAft>
                <a:spcPts val="400"/>
              </a:spcAft>
            </a:pPr>
            <a:r>
              <a:rPr lang="en-US" sz="4400" b="1" kern="0" dirty="0">
                <a:solidFill>
                  <a:srgbClr val="0F4761"/>
                </a:solidFill>
                <a:effectLst/>
                <a:latin typeface="Aptos Display"/>
                <a:ea typeface="Times New Roman" panose="02020603050405020304" pitchFamily="18" charset="0"/>
                <a:cs typeface="Times New Roman" panose="02020603050405020304" pitchFamily="18" charset="0"/>
              </a:rPr>
              <a:t>Folie 3: </a:t>
            </a:r>
            <a:r>
              <a:rPr lang="en-US" sz="4400" b="1" kern="0" dirty="0" err="1">
                <a:solidFill>
                  <a:srgbClr val="0F4761"/>
                </a:solidFill>
                <a:effectLst/>
                <a:latin typeface="Aptos Display"/>
                <a:ea typeface="Times New Roman" panose="02020603050405020304" pitchFamily="18" charset="0"/>
                <a:cs typeface="Times New Roman" panose="02020603050405020304" pitchFamily="18" charset="0"/>
              </a:rPr>
              <a:t>Zentrale</a:t>
            </a:r>
            <a:r>
              <a:rPr lang="en-US" sz="4400" b="1" kern="0" dirty="0">
                <a:solidFill>
                  <a:srgbClr val="0F4761"/>
                </a:solidFill>
                <a:effectLst/>
                <a:latin typeface="Aptos Display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kern="0" dirty="0" err="1">
                <a:solidFill>
                  <a:srgbClr val="0F4761"/>
                </a:solidFill>
                <a:effectLst/>
                <a:latin typeface="Aptos Display"/>
                <a:ea typeface="Times New Roman" panose="02020603050405020304" pitchFamily="18" charset="0"/>
                <a:cs typeface="Times New Roman" panose="02020603050405020304" pitchFamily="18" charset="0"/>
              </a:rPr>
              <a:t>Begriffe</a:t>
            </a:r>
            <a:endParaRPr lang="en-US" sz="4400" b="1" kern="0" dirty="0">
              <a:solidFill>
                <a:srgbClr val="0F4761"/>
              </a:solidFill>
              <a:effectLst/>
              <a:latin typeface="Aptos Display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800"/>
              </a:spcBef>
              <a:spcAft>
                <a:spcPts val="400"/>
              </a:spcAft>
            </a:pPr>
            <a:endParaRPr lang="en-US" sz="2000" b="1" kern="0" dirty="0">
              <a:solidFill>
                <a:srgbClr val="0F4761"/>
              </a:solidFill>
              <a:latin typeface="Aptos Display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1800"/>
              </a:spcBef>
              <a:spcAft>
                <a:spcPts val="400"/>
              </a:spcAft>
              <a:buNone/>
            </a:pPr>
            <a:endParaRPr lang="mk-MK" b="1" kern="0" dirty="0">
              <a:solidFill>
                <a:srgbClr val="0F4761"/>
              </a:solidFill>
              <a:effectLst/>
              <a:latin typeface="Aptos Display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Kontext</a:t>
            </a:r>
            <a:r>
              <a:rPr lang="en-US" dirty="0">
                <a:effectLst/>
                <a:latin typeface="Aptos"/>
                <a:ea typeface="Aptos"/>
                <a:cs typeface="Symbol" panose="05050102010706020507" pitchFamily="18" charset="2"/>
              </a:rPr>
              <a:t>: </a:t>
            </a:r>
            <a:r>
              <a:rPr lang="en-US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physisch</a:t>
            </a:r>
            <a:r>
              <a:rPr lang="en-US" dirty="0">
                <a:effectLst/>
                <a:latin typeface="Aptos"/>
                <a:ea typeface="Aptos"/>
                <a:cs typeface="Symbol" panose="05050102010706020507" pitchFamily="18" charset="2"/>
              </a:rPr>
              <a:t>, </a:t>
            </a:r>
            <a:r>
              <a:rPr lang="en-US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sozial</a:t>
            </a:r>
            <a:r>
              <a:rPr lang="en-US" dirty="0">
                <a:effectLst/>
                <a:latin typeface="Aptos"/>
                <a:ea typeface="Aptos"/>
                <a:cs typeface="Symbol" panose="05050102010706020507" pitchFamily="18" charset="2"/>
              </a:rPr>
              <a:t>, </a:t>
            </a:r>
            <a:r>
              <a:rPr lang="en-US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kulturell</a:t>
            </a:r>
            <a:endParaRPr lang="mk-MK" dirty="0">
              <a:effectLst/>
              <a:latin typeface="Aptos"/>
              <a:ea typeface="Aptos"/>
              <a:cs typeface="Symbol" panose="05050102010706020507" pitchFamily="18" charset="2"/>
            </a:endParaRP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Bedeutung</a:t>
            </a:r>
            <a:r>
              <a:rPr lang="en-US" dirty="0">
                <a:effectLst/>
                <a:latin typeface="Aptos"/>
                <a:ea typeface="Aptos"/>
                <a:cs typeface="Symbol" panose="05050102010706020507" pitchFamily="18" charset="2"/>
              </a:rPr>
              <a:t>: </a:t>
            </a:r>
            <a:r>
              <a:rPr lang="en-US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wortwörtlich</a:t>
            </a:r>
            <a:r>
              <a:rPr lang="en-US" dirty="0">
                <a:effectLst/>
                <a:latin typeface="Aptos"/>
                <a:ea typeface="Aptos"/>
                <a:cs typeface="Symbol" panose="05050102010706020507" pitchFamily="18" charset="2"/>
              </a:rPr>
              <a:t> vs. </a:t>
            </a:r>
            <a:r>
              <a:rPr lang="en-US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implizit</a:t>
            </a:r>
            <a:endParaRPr lang="mk-MK" dirty="0">
              <a:effectLst/>
              <a:latin typeface="Aptos"/>
              <a:ea typeface="Aptos"/>
              <a:cs typeface="Symbol" panose="05050102010706020507" pitchFamily="18" charset="2"/>
            </a:endParaRP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Sprecherintention</a:t>
            </a:r>
            <a:r>
              <a:rPr lang="en-US" dirty="0">
                <a:effectLst/>
                <a:latin typeface="Aptos"/>
                <a:ea typeface="Aptos"/>
                <a:cs typeface="Symbol" panose="05050102010706020507" pitchFamily="18" charset="2"/>
              </a:rPr>
              <a:t>: was der Sprecher </a:t>
            </a:r>
            <a:r>
              <a:rPr lang="en-US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beabsichtigt</a:t>
            </a:r>
            <a:endParaRPr lang="mk-MK" dirty="0">
              <a:effectLst/>
              <a:latin typeface="Aptos"/>
              <a:ea typeface="Aptos"/>
              <a:cs typeface="Symbol" panose="05050102010706020507" pitchFamily="18" charset="2"/>
            </a:endParaRP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Kommunikative</a:t>
            </a:r>
            <a:r>
              <a:rPr lang="en-US" dirty="0">
                <a:effectLst/>
                <a:latin typeface="Aptos"/>
                <a:ea typeface="Aptos"/>
                <a:cs typeface="Symbol" panose="05050102010706020507" pitchFamily="18" charset="2"/>
              </a:rPr>
              <a:t> </a:t>
            </a:r>
            <a:r>
              <a:rPr lang="en-US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Handlung</a:t>
            </a:r>
            <a:r>
              <a:rPr lang="en-US" dirty="0">
                <a:effectLst/>
                <a:latin typeface="Aptos"/>
                <a:ea typeface="Aptos"/>
                <a:cs typeface="Symbol" panose="05050102010706020507" pitchFamily="18" charset="2"/>
              </a:rPr>
              <a:t>: </a:t>
            </a:r>
            <a:r>
              <a:rPr lang="en-US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Sprechen</a:t>
            </a:r>
            <a:r>
              <a:rPr lang="en-US" dirty="0">
                <a:effectLst/>
                <a:latin typeface="Aptos"/>
                <a:ea typeface="Aptos"/>
                <a:cs typeface="Symbol" panose="05050102010706020507" pitchFamily="18" charset="2"/>
              </a:rPr>
              <a:t> </a:t>
            </a:r>
            <a:r>
              <a:rPr lang="en-US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als</a:t>
            </a:r>
            <a:r>
              <a:rPr lang="en-US" dirty="0">
                <a:effectLst/>
                <a:latin typeface="Aptos"/>
                <a:ea typeface="Aptos"/>
                <a:cs typeface="Symbol" panose="05050102010706020507" pitchFamily="18" charset="2"/>
              </a:rPr>
              <a:t> </a:t>
            </a:r>
            <a:r>
              <a:rPr lang="en-US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Handlung</a:t>
            </a:r>
            <a:endParaRPr lang="mk-MK" dirty="0">
              <a:effectLst/>
              <a:latin typeface="Aptos"/>
              <a:ea typeface="Aptos"/>
              <a:cs typeface="Symbol" panose="05050102010706020507" pitchFamily="18" charset="2"/>
            </a:endParaRPr>
          </a:p>
          <a:p>
            <a:endParaRPr lang="mk-MK" dirty="0"/>
          </a:p>
        </p:txBody>
      </p:sp>
    </p:spTree>
    <p:extLst>
      <p:ext uri="{BB962C8B-B14F-4D97-AF65-F5344CB8AC3E}">
        <p14:creationId xmlns:p14="http://schemas.microsoft.com/office/powerpoint/2010/main" val="10665409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7B251-C9AC-49B8-8AB0-68D2CDA4F6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1800"/>
              </a:spcBef>
              <a:spcAft>
                <a:spcPts val="400"/>
              </a:spcAft>
            </a:pPr>
            <a:r>
              <a:rPr lang="en-US" sz="4400" b="1" kern="0" dirty="0">
                <a:solidFill>
                  <a:srgbClr val="0F4761"/>
                </a:solidFill>
                <a:effectLst/>
                <a:latin typeface="Aptos Display"/>
                <a:ea typeface="Times New Roman" panose="02020603050405020304" pitchFamily="18" charset="0"/>
                <a:cs typeface="Times New Roman" panose="02020603050405020304" pitchFamily="18" charset="0"/>
              </a:rPr>
              <a:t>Folie 4: </a:t>
            </a:r>
            <a:r>
              <a:rPr lang="en-US" sz="4400" b="1" kern="0" dirty="0" err="1">
                <a:solidFill>
                  <a:srgbClr val="0F4761"/>
                </a:solidFill>
                <a:effectLst/>
                <a:latin typeface="Aptos Display"/>
                <a:ea typeface="Times New Roman" panose="02020603050405020304" pitchFamily="18" charset="0"/>
                <a:cs typeface="Times New Roman" panose="02020603050405020304" pitchFamily="18" charset="0"/>
              </a:rPr>
              <a:t>Sprache</a:t>
            </a:r>
            <a:r>
              <a:rPr lang="en-US" sz="4400" b="1" kern="0" dirty="0">
                <a:solidFill>
                  <a:srgbClr val="0F4761"/>
                </a:solidFill>
                <a:effectLst/>
                <a:latin typeface="Aptos Display"/>
                <a:ea typeface="Times New Roman" panose="02020603050405020304" pitchFamily="18" charset="0"/>
                <a:cs typeface="Times New Roman" panose="02020603050405020304" pitchFamily="18" charset="0"/>
              </a:rPr>
              <a:t> und </a:t>
            </a:r>
            <a:r>
              <a:rPr lang="en-US" sz="4400" b="1" kern="0" dirty="0" err="1">
                <a:solidFill>
                  <a:srgbClr val="0F4761"/>
                </a:solidFill>
                <a:effectLst/>
                <a:latin typeface="Aptos Display"/>
                <a:ea typeface="Times New Roman" panose="02020603050405020304" pitchFamily="18" charset="0"/>
                <a:cs typeface="Times New Roman" panose="02020603050405020304" pitchFamily="18" charset="0"/>
              </a:rPr>
              <a:t>Kontext</a:t>
            </a:r>
            <a:endParaRPr lang="en-US" sz="4400" b="1" kern="0" dirty="0">
              <a:solidFill>
                <a:srgbClr val="0F4761"/>
              </a:solidFill>
              <a:effectLst/>
              <a:latin typeface="Aptos Display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800"/>
              </a:spcBef>
              <a:spcAft>
                <a:spcPts val="400"/>
              </a:spcAft>
            </a:pPr>
            <a:endParaRPr lang="mk-MK" b="1" kern="0" dirty="0">
              <a:solidFill>
                <a:srgbClr val="0F4761"/>
              </a:solidFill>
              <a:effectLst/>
              <a:latin typeface="Aptos Display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de-DE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Beispiel: “Kannst du mir das Salz reichen?” </a:t>
            </a: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de-DE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- wörtlich = Frage nach Fähigkeit </a:t>
            </a: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de-DE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- pragmatisch = Bitte um Salz </a:t>
            </a: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de-DE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- Kontext entscheidet über Interpretation</a:t>
            </a:r>
            <a:endParaRPr lang="mk-MK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endParaRPr lang="mk-MK" dirty="0"/>
          </a:p>
        </p:txBody>
      </p:sp>
    </p:spTree>
    <p:extLst>
      <p:ext uri="{BB962C8B-B14F-4D97-AF65-F5344CB8AC3E}">
        <p14:creationId xmlns:p14="http://schemas.microsoft.com/office/powerpoint/2010/main" val="3464058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B6703D-6118-4ED8-A6A6-E060BCDCE0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1800"/>
              </a:spcBef>
              <a:spcAft>
                <a:spcPts val="400"/>
              </a:spcAft>
            </a:pPr>
            <a:r>
              <a:rPr lang="en-US" sz="4400" b="1" kern="0" dirty="0">
                <a:solidFill>
                  <a:srgbClr val="0F4761"/>
                </a:solidFill>
                <a:effectLst/>
                <a:latin typeface="Aptos Display"/>
                <a:ea typeface="Times New Roman" panose="02020603050405020304" pitchFamily="18" charset="0"/>
                <a:cs typeface="Times New Roman" panose="02020603050405020304" pitchFamily="18" charset="0"/>
              </a:rPr>
              <a:t>Folie 5: </a:t>
            </a:r>
            <a:r>
              <a:rPr lang="en-US" sz="4400" b="1" kern="0" dirty="0" err="1">
                <a:solidFill>
                  <a:srgbClr val="0F4761"/>
                </a:solidFill>
                <a:effectLst/>
                <a:latin typeface="Aptos Display"/>
                <a:ea typeface="Times New Roman" panose="02020603050405020304" pitchFamily="18" charset="0"/>
                <a:cs typeface="Times New Roman" panose="02020603050405020304" pitchFamily="18" charset="0"/>
              </a:rPr>
              <a:t>Kommunikative</a:t>
            </a:r>
            <a:r>
              <a:rPr lang="en-US" sz="4400" b="1" kern="0" dirty="0">
                <a:solidFill>
                  <a:srgbClr val="0F4761"/>
                </a:solidFill>
                <a:effectLst/>
                <a:latin typeface="Aptos Display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kern="0" dirty="0" err="1">
                <a:solidFill>
                  <a:srgbClr val="0F4761"/>
                </a:solidFill>
                <a:effectLst/>
                <a:latin typeface="Aptos Display"/>
                <a:ea typeface="Times New Roman" panose="02020603050405020304" pitchFamily="18" charset="0"/>
                <a:cs typeface="Times New Roman" panose="02020603050405020304" pitchFamily="18" charset="0"/>
              </a:rPr>
              <a:t>Handlungen</a:t>
            </a:r>
            <a:r>
              <a:rPr lang="en-US" sz="4400" b="1" kern="0" dirty="0">
                <a:solidFill>
                  <a:srgbClr val="0F4761"/>
                </a:solidFill>
                <a:effectLst/>
                <a:latin typeface="Aptos Display"/>
                <a:ea typeface="Times New Roman" panose="02020603050405020304" pitchFamily="18" charset="0"/>
                <a:cs typeface="Times New Roman" panose="02020603050405020304" pitchFamily="18" charset="0"/>
              </a:rPr>
              <a:t> (Searle)</a:t>
            </a:r>
          </a:p>
          <a:p>
            <a:pPr>
              <a:spcBef>
                <a:spcPts val="1800"/>
              </a:spcBef>
              <a:spcAft>
                <a:spcPts val="400"/>
              </a:spcAft>
            </a:pPr>
            <a:endParaRPr lang="mk-MK" b="1" kern="0" dirty="0">
              <a:solidFill>
                <a:srgbClr val="0F4761"/>
              </a:solidFill>
              <a:effectLst/>
              <a:latin typeface="Aptos Display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+mj-lt"/>
              <a:buAutoNum type="arabicPeriod"/>
            </a:pPr>
            <a:r>
              <a:rPr lang="en-US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Assertive – </a:t>
            </a:r>
            <a:r>
              <a:rPr lang="en-US" dirty="0" err="1">
                <a:effectLst/>
                <a:latin typeface="Aptos"/>
                <a:ea typeface="Aptos"/>
                <a:cs typeface="Times New Roman" panose="02020603050405020304" pitchFamily="18" charset="0"/>
              </a:rPr>
              <a:t>behaupten</a:t>
            </a:r>
            <a:r>
              <a:rPr lang="en-US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, </a:t>
            </a:r>
            <a:r>
              <a:rPr lang="en-US" dirty="0" err="1">
                <a:effectLst/>
                <a:latin typeface="Aptos"/>
                <a:ea typeface="Aptos"/>
                <a:cs typeface="Times New Roman" panose="02020603050405020304" pitchFamily="18" charset="0"/>
              </a:rPr>
              <a:t>informieren</a:t>
            </a:r>
            <a:endParaRPr lang="mk-MK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+mj-lt"/>
              <a:buAutoNum type="arabicPeriod"/>
            </a:pPr>
            <a:r>
              <a:rPr lang="en-US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Directive – </a:t>
            </a:r>
            <a:r>
              <a:rPr lang="en-US" dirty="0" err="1">
                <a:effectLst/>
                <a:latin typeface="Aptos"/>
                <a:ea typeface="Aptos"/>
                <a:cs typeface="Times New Roman" panose="02020603050405020304" pitchFamily="18" charset="0"/>
              </a:rPr>
              <a:t>auffordern</a:t>
            </a:r>
            <a:r>
              <a:rPr lang="en-US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, bitten</a:t>
            </a:r>
            <a:endParaRPr lang="mk-MK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+mj-lt"/>
              <a:buAutoNum type="arabicPeriod"/>
            </a:pPr>
            <a:r>
              <a:rPr lang="en-US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Commissive – </a:t>
            </a:r>
            <a:r>
              <a:rPr lang="en-US" dirty="0" err="1">
                <a:effectLst/>
                <a:latin typeface="Aptos"/>
                <a:ea typeface="Aptos"/>
                <a:cs typeface="Times New Roman" panose="02020603050405020304" pitchFamily="18" charset="0"/>
              </a:rPr>
              <a:t>versprechen</a:t>
            </a:r>
            <a:r>
              <a:rPr lang="en-US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, </a:t>
            </a:r>
            <a:r>
              <a:rPr lang="en-US" dirty="0" err="1">
                <a:effectLst/>
                <a:latin typeface="Aptos"/>
                <a:ea typeface="Aptos"/>
                <a:cs typeface="Times New Roman" panose="02020603050405020304" pitchFamily="18" charset="0"/>
              </a:rPr>
              <a:t>zusagen</a:t>
            </a:r>
            <a:endParaRPr lang="mk-MK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+mj-lt"/>
              <a:buAutoNum type="arabicPeriod"/>
            </a:pPr>
            <a:r>
              <a:rPr lang="en-US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Expressive – </a:t>
            </a:r>
            <a:r>
              <a:rPr lang="en-US" dirty="0" err="1">
                <a:effectLst/>
                <a:latin typeface="Aptos"/>
                <a:ea typeface="Aptos"/>
                <a:cs typeface="Times New Roman" panose="02020603050405020304" pitchFamily="18" charset="0"/>
              </a:rPr>
              <a:t>danken</a:t>
            </a:r>
            <a:r>
              <a:rPr lang="en-US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, </a:t>
            </a:r>
            <a:r>
              <a:rPr lang="en-US" dirty="0" err="1">
                <a:effectLst/>
                <a:latin typeface="Aptos"/>
                <a:ea typeface="Aptos"/>
                <a:cs typeface="Times New Roman" panose="02020603050405020304" pitchFamily="18" charset="0"/>
              </a:rPr>
              <a:t>entschuldigen</a:t>
            </a:r>
            <a:endParaRPr lang="mk-MK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+mj-lt"/>
              <a:buAutoNum type="arabicPeriod"/>
            </a:pPr>
            <a:r>
              <a:rPr lang="en-US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Declarative – </a:t>
            </a:r>
            <a:r>
              <a:rPr lang="en-US" dirty="0" err="1">
                <a:effectLst/>
                <a:latin typeface="Aptos"/>
                <a:ea typeface="Aptos"/>
                <a:cs typeface="Times New Roman" panose="02020603050405020304" pitchFamily="18" charset="0"/>
              </a:rPr>
              <a:t>ernennen</a:t>
            </a:r>
            <a:r>
              <a:rPr lang="en-US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, </a:t>
            </a:r>
            <a:r>
              <a:rPr lang="en-US" dirty="0" err="1">
                <a:effectLst/>
                <a:latin typeface="Aptos"/>
                <a:ea typeface="Aptos"/>
                <a:cs typeface="Times New Roman" panose="02020603050405020304" pitchFamily="18" charset="0"/>
              </a:rPr>
              <a:t>taufen</a:t>
            </a:r>
            <a:endParaRPr lang="mk-MK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endParaRPr lang="mk-MK" dirty="0"/>
          </a:p>
        </p:txBody>
      </p:sp>
    </p:spTree>
    <p:extLst>
      <p:ext uri="{BB962C8B-B14F-4D97-AF65-F5344CB8AC3E}">
        <p14:creationId xmlns:p14="http://schemas.microsoft.com/office/powerpoint/2010/main" val="6328386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36863-00DA-44C1-A1A7-E0F0FC55A9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1800"/>
              </a:spcBef>
              <a:spcAft>
                <a:spcPts val="400"/>
              </a:spcAft>
            </a:pPr>
            <a:r>
              <a:rPr lang="en-US" sz="4400" b="1" kern="0" dirty="0">
                <a:solidFill>
                  <a:srgbClr val="0F4761"/>
                </a:solidFill>
                <a:effectLst/>
                <a:latin typeface="Aptos Display"/>
                <a:ea typeface="Times New Roman" panose="02020603050405020304" pitchFamily="18" charset="0"/>
                <a:cs typeface="Times New Roman" panose="02020603050405020304" pitchFamily="18" charset="0"/>
              </a:rPr>
              <a:t>Folie 6: </a:t>
            </a:r>
            <a:r>
              <a:rPr lang="en-US" sz="4400" b="1" kern="0" dirty="0" err="1">
                <a:solidFill>
                  <a:srgbClr val="0F4761"/>
                </a:solidFill>
                <a:effectLst/>
                <a:latin typeface="Aptos Display"/>
                <a:ea typeface="Times New Roman" panose="02020603050405020304" pitchFamily="18" charset="0"/>
                <a:cs typeface="Times New Roman" panose="02020603050405020304" pitchFamily="18" charset="0"/>
              </a:rPr>
              <a:t>Interkulturelle</a:t>
            </a:r>
            <a:r>
              <a:rPr lang="en-US" sz="4400" b="1" kern="0" dirty="0">
                <a:solidFill>
                  <a:srgbClr val="0F4761"/>
                </a:solidFill>
                <a:effectLst/>
                <a:latin typeface="Aptos Display"/>
                <a:ea typeface="Times New Roman" panose="02020603050405020304" pitchFamily="18" charset="0"/>
                <a:cs typeface="Times New Roman" panose="02020603050405020304" pitchFamily="18" charset="0"/>
              </a:rPr>
              <a:t> Dimension</a:t>
            </a:r>
          </a:p>
          <a:p>
            <a:pPr marL="0" indent="0">
              <a:spcBef>
                <a:spcPts val="1800"/>
              </a:spcBef>
              <a:spcAft>
                <a:spcPts val="400"/>
              </a:spcAft>
              <a:buNone/>
            </a:pPr>
            <a:endParaRPr lang="mk-MK" sz="4400" b="1" kern="0" dirty="0">
              <a:solidFill>
                <a:srgbClr val="0F4761"/>
              </a:solidFill>
              <a:effectLst/>
              <a:latin typeface="Aptos Display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Pragmatik</a:t>
            </a:r>
            <a:r>
              <a:rPr lang="en-US" dirty="0">
                <a:effectLst/>
                <a:latin typeface="Aptos"/>
                <a:ea typeface="Aptos"/>
                <a:cs typeface="Symbol" panose="05050102010706020507" pitchFamily="18" charset="2"/>
              </a:rPr>
              <a:t> </a:t>
            </a:r>
            <a:r>
              <a:rPr lang="en-US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variiert</a:t>
            </a:r>
            <a:r>
              <a:rPr lang="en-US" dirty="0">
                <a:effectLst/>
                <a:latin typeface="Aptos"/>
                <a:ea typeface="Aptos"/>
                <a:cs typeface="Symbol" panose="05050102010706020507" pitchFamily="18" charset="2"/>
              </a:rPr>
              <a:t> </a:t>
            </a:r>
            <a:r>
              <a:rPr lang="en-US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zwischen</a:t>
            </a:r>
            <a:r>
              <a:rPr lang="en-US" dirty="0">
                <a:effectLst/>
                <a:latin typeface="Aptos"/>
                <a:ea typeface="Aptos"/>
                <a:cs typeface="Symbol" panose="05050102010706020507" pitchFamily="18" charset="2"/>
              </a:rPr>
              <a:t> </a:t>
            </a:r>
            <a:r>
              <a:rPr lang="en-US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Kulturen</a:t>
            </a:r>
            <a:endParaRPr lang="mk-MK" dirty="0">
              <a:effectLst/>
              <a:latin typeface="Aptos"/>
              <a:ea typeface="Aptos"/>
              <a:cs typeface="Symbol" panose="05050102010706020507" pitchFamily="18" charset="2"/>
            </a:endParaRP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Beispiel</a:t>
            </a:r>
            <a:r>
              <a:rPr lang="en-US" dirty="0">
                <a:effectLst/>
                <a:latin typeface="Aptos"/>
                <a:ea typeface="Aptos"/>
                <a:cs typeface="Symbol" panose="05050102010706020507" pitchFamily="18" charset="2"/>
              </a:rPr>
              <a:t> </a:t>
            </a:r>
            <a:r>
              <a:rPr lang="en-US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Höflichkeitsstrategien</a:t>
            </a:r>
            <a:r>
              <a:rPr lang="en-US" dirty="0">
                <a:effectLst/>
                <a:latin typeface="Aptos"/>
                <a:ea typeface="Aptos"/>
                <a:cs typeface="Symbol" panose="05050102010706020507" pitchFamily="18" charset="2"/>
              </a:rPr>
              <a:t>:</a:t>
            </a:r>
            <a:endParaRPr lang="mk-MK" dirty="0">
              <a:effectLst/>
              <a:latin typeface="Aptos"/>
              <a:ea typeface="Aptos"/>
              <a:cs typeface="Symbol" panose="05050102010706020507" pitchFamily="18" charset="2"/>
            </a:endParaRPr>
          </a:p>
          <a:p>
            <a:pPr marL="742950" lvl="1" indent="-285750">
              <a:spcBef>
                <a:spcPts val="180"/>
              </a:spcBef>
              <a:spcAft>
                <a:spcPts val="180"/>
              </a:spcAft>
              <a:buFont typeface="Courier New" panose="02070309020205020404" pitchFamily="49" charset="0"/>
              <a:buChar char="o"/>
            </a:pPr>
            <a:r>
              <a:rPr lang="en-US" sz="2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Deutschland: </a:t>
            </a:r>
            <a:r>
              <a:rPr lang="en-US" sz="2800" dirty="0" err="1">
                <a:effectLst/>
                <a:latin typeface="Aptos"/>
                <a:ea typeface="Aptos"/>
                <a:cs typeface="Times New Roman" panose="02020603050405020304" pitchFamily="18" charset="0"/>
              </a:rPr>
              <a:t>direkte</a:t>
            </a:r>
            <a:r>
              <a:rPr lang="en-US" sz="2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 Bitte</a:t>
            </a:r>
            <a:endParaRPr lang="mk-MK" sz="28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marL="742950" lvl="1" indent="-285750">
              <a:spcBef>
                <a:spcPts val="180"/>
              </a:spcBef>
              <a:spcAft>
                <a:spcPts val="180"/>
              </a:spcAft>
              <a:buFont typeface="Courier New" panose="02070309020205020404" pitchFamily="49" charset="0"/>
              <a:buChar char="o"/>
            </a:pPr>
            <a:r>
              <a:rPr lang="en-US" sz="2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Japan: </a:t>
            </a:r>
            <a:r>
              <a:rPr lang="en-US" sz="2800" dirty="0" err="1">
                <a:effectLst/>
                <a:latin typeface="Aptos"/>
                <a:ea typeface="Aptos"/>
                <a:cs typeface="Times New Roman" panose="02020603050405020304" pitchFamily="18" charset="0"/>
              </a:rPr>
              <a:t>indirekte</a:t>
            </a:r>
            <a:r>
              <a:rPr lang="en-US" sz="2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 Bitte, </a:t>
            </a:r>
            <a:r>
              <a:rPr lang="en-US" sz="2800" dirty="0" err="1">
                <a:effectLst/>
                <a:latin typeface="Aptos"/>
                <a:ea typeface="Aptos"/>
                <a:cs typeface="Times New Roman" panose="02020603050405020304" pitchFamily="18" charset="0"/>
              </a:rPr>
              <a:t>viele</a:t>
            </a:r>
            <a:r>
              <a:rPr lang="en-US" sz="2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Aptos"/>
                <a:ea typeface="Aptos"/>
                <a:cs typeface="Times New Roman" panose="02020603050405020304" pitchFamily="18" charset="0"/>
              </a:rPr>
              <a:t>Höflichkeitsmarker</a:t>
            </a:r>
            <a:endParaRPr lang="mk-MK" sz="28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endParaRPr lang="mk-MK" dirty="0"/>
          </a:p>
        </p:txBody>
      </p:sp>
    </p:spTree>
    <p:extLst>
      <p:ext uri="{BB962C8B-B14F-4D97-AF65-F5344CB8AC3E}">
        <p14:creationId xmlns:p14="http://schemas.microsoft.com/office/powerpoint/2010/main" val="4477882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EA2A6B-36F7-470B-A48A-04B942D967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1800"/>
              </a:spcBef>
              <a:spcAft>
                <a:spcPts val="400"/>
              </a:spcAft>
            </a:pPr>
            <a:r>
              <a:rPr lang="en-US" sz="4400" b="1" kern="0" dirty="0">
                <a:solidFill>
                  <a:srgbClr val="0F4761"/>
                </a:solidFill>
                <a:effectLst/>
                <a:latin typeface="Aptos Display"/>
                <a:ea typeface="Times New Roman" panose="02020603050405020304" pitchFamily="18" charset="0"/>
                <a:cs typeface="Times New Roman" panose="02020603050405020304" pitchFamily="18" charset="0"/>
              </a:rPr>
              <a:t>Folie 7: </a:t>
            </a:r>
            <a:r>
              <a:rPr lang="en-US" sz="4400" b="1" kern="0" dirty="0" err="1">
                <a:solidFill>
                  <a:srgbClr val="0F4761"/>
                </a:solidFill>
                <a:effectLst/>
                <a:latin typeface="Aptos Display"/>
                <a:ea typeface="Times New Roman" panose="02020603050405020304" pitchFamily="18" charset="0"/>
                <a:cs typeface="Times New Roman" panose="02020603050405020304" pitchFamily="18" charset="0"/>
              </a:rPr>
              <a:t>Bedeutung</a:t>
            </a:r>
            <a:r>
              <a:rPr lang="en-US" sz="4400" b="1" kern="0" dirty="0">
                <a:solidFill>
                  <a:srgbClr val="0F4761"/>
                </a:solidFill>
                <a:effectLst/>
                <a:latin typeface="Aptos Display"/>
                <a:ea typeface="Times New Roman" panose="02020603050405020304" pitchFamily="18" charset="0"/>
                <a:cs typeface="Times New Roman" panose="02020603050405020304" pitchFamily="18" charset="0"/>
              </a:rPr>
              <a:t> der </a:t>
            </a:r>
            <a:r>
              <a:rPr lang="en-US" sz="4400" b="1" kern="0" dirty="0" err="1">
                <a:solidFill>
                  <a:srgbClr val="0F4761"/>
                </a:solidFill>
                <a:effectLst/>
                <a:latin typeface="Aptos Display"/>
                <a:ea typeface="Times New Roman" panose="02020603050405020304" pitchFamily="18" charset="0"/>
                <a:cs typeface="Times New Roman" panose="02020603050405020304" pitchFamily="18" charset="0"/>
              </a:rPr>
              <a:t>Sprecherintention</a:t>
            </a:r>
            <a:endParaRPr lang="en-US" sz="4400" b="1" kern="0" dirty="0">
              <a:solidFill>
                <a:srgbClr val="0F4761"/>
              </a:solidFill>
              <a:effectLst/>
              <a:latin typeface="Aptos Display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800"/>
              </a:spcBef>
              <a:spcAft>
                <a:spcPts val="400"/>
              </a:spcAft>
            </a:pPr>
            <a:endParaRPr lang="en-US" sz="4400" b="1" kern="0" dirty="0">
              <a:solidFill>
                <a:srgbClr val="0F4761"/>
              </a:solidFill>
              <a:latin typeface="Aptos Display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de-DE" sz="2800" dirty="0">
                <a:effectLst/>
                <a:latin typeface="Aptos"/>
                <a:ea typeface="Aptos"/>
                <a:cs typeface="Symbol" panose="05050102010706020507" pitchFamily="18" charset="2"/>
              </a:rPr>
              <a:t>Intention beeinflusst, wie Äußerungen interpretiert werden.</a:t>
            </a:r>
            <a:endParaRPr lang="mk-MK" sz="2800" dirty="0">
              <a:effectLst/>
              <a:latin typeface="Aptos"/>
              <a:ea typeface="Aptos"/>
              <a:cs typeface="Symbol" panose="05050102010706020507" pitchFamily="18" charset="2"/>
            </a:endParaRP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de-DE" sz="2800" dirty="0">
                <a:effectLst/>
                <a:latin typeface="Aptos"/>
                <a:ea typeface="Aptos"/>
                <a:cs typeface="Symbol" panose="05050102010706020507" pitchFamily="18" charset="2"/>
              </a:rPr>
              <a:t>Missverständnisse entstehen bei unterschiedlichen kulturellen Normen.</a:t>
            </a:r>
            <a:endParaRPr lang="mk-MK" sz="2800" dirty="0">
              <a:effectLst/>
              <a:latin typeface="Aptos"/>
              <a:ea typeface="Aptos"/>
              <a:cs typeface="Symbol" panose="05050102010706020507" pitchFamily="18" charset="2"/>
            </a:endParaRPr>
          </a:p>
          <a:p>
            <a:endParaRPr lang="mk-MK" dirty="0"/>
          </a:p>
        </p:txBody>
      </p:sp>
    </p:spTree>
    <p:extLst>
      <p:ext uri="{BB962C8B-B14F-4D97-AF65-F5344CB8AC3E}">
        <p14:creationId xmlns:p14="http://schemas.microsoft.com/office/powerpoint/2010/main" val="5506232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5ABBCF-183F-4B07-8A3A-7F0646F48F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1800"/>
              </a:spcBef>
              <a:spcAft>
                <a:spcPts val="400"/>
              </a:spcAft>
            </a:pPr>
            <a:r>
              <a:rPr lang="en-US" sz="4400" b="1" kern="0" dirty="0">
                <a:solidFill>
                  <a:srgbClr val="0F4761"/>
                </a:solidFill>
                <a:effectLst/>
                <a:latin typeface="Aptos Display"/>
                <a:ea typeface="Times New Roman" panose="02020603050405020304" pitchFamily="18" charset="0"/>
                <a:cs typeface="Times New Roman" panose="02020603050405020304" pitchFamily="18" charset="0"/>
              </a:rPr>
              <a:t>Folie 8: </a:t>
            </a:r>
            <a:r>
              <a:rPr lang="en-US" sz="4400" b="1" kern="0" dirty="0" err="1">
                <a:solidFill>
                  <a:srgbClr val="0F4761"/>
                </a:solidFill>
                <a:effectLst/>
                <a:latin typeface="Aptos Display"/>
                <a:ea typeface="Times New Roman" panose="02020603050405020304" pitchFamily="18" charset="0"/>
                <a:cs typeface="Times New Roman" panose="02020603050405020304" pitchFamily="18" charset="0"/>
              </a:rPr>
              <a:t>Kontexttypen</a:t>
            </a:r>
            <a:endParaRPr lang="en-US" sz="4400" b="1" kern="0" dirty="0">
              <a:solidFill>
                <a:srgbClr val="0F4761"/>
              </a:solidFill>
              <a:effectLst/>
              <a:latin typeface="Aptos Display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endParaRPr lang="en-US" sz="4400" b="1" kern="0" dirty="0">
              <a:solidFill>
                <a:srgbClr val="0F4761"/>
              </a:solidFill>
              <a:latin typeface="Aptos Display"/>
              <a:ea typeface="Aptos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28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Linguistischer</a:t>
            </a:r>
            <a:r>
              <a:rPr lang="en-US" sz="2800" dirty="0">
                <a:effectLst/>
                <a:latin typeface="Aptos"/>
                <a:ea typeface="Aptos"/>
                <a:cs typeface="Symbol" panose="05050102010706020507" pitchFamily="18" charset="2"/>
              </a:rPr>
              <a:t> </a:t>
            </a:r>
            <a:r>
              <a:rPr lang="en-US" sz="28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Kontext</a:t>
            </a:r>
            <a:r>
              <a:rPr lang="en-US" sz="2800" dirty="0">
                <a:effectLst/>
                <a:latin typeface="Aptos"/>
                <a:ea typeface="Aptos"/>
                <a:cs typeface="Symbol" panose="05050102010706020507" pitchFamily="18" charset="2"/>
              </a:rPr>
              <a:t>: </a:t>
            </a:r>
            <a:r>
              <a:rPr lang="en-US" sz="28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vorherige</a:t>
            </a:r>
            <a:r>
              <a:rPr lang="en-US" sz="2800" dirty="0">
                <a:effectLst/>
                <a:latin typeface="Aptos"/>
                <a:ea typeface="Aptos"/>
                <a:cs typeface="Symbol" panose="05050102010706020507" pitchFamily="18" charset="2"/>
              </a:rPr>
              <a:t> </a:t>
            </a:r>
            <a:r>
              <a:rPr lang="en-US" sz="28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Äußerungen</a:t>
            </a:r>
            <a:r>
              <a:rPr lang="en-US" sz="2800" dirty="0">
                <a:effectLst/>
                <a:latin typeface="Aptos"/>
                <a:ea typeface="Aptos"/>
                <a:cs typeface="Symbol" panose="05050102010706020507" pitchFamily="18" charset="2"/>
              </a:rPr>
              <a:t>,</a:t>
            </a:r>
            <a:endParaRPr lang="mk-MK" sz="2800" dirty="0">
              <a:effectLst/>
              <a:latin typeface="Aptos"/>
              <a:ea typeface="Aptos"/>
              <a:cs typeface="Symbol" panose="05050102010706020507" pitchFamily="18" charset="2"/>
            </a:endParaRP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28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Sozialer</a:t>
            </a:r>
            <a:r>
              <a:rPr lang="en-US" sz="2800" dirty="0">
                <a:effectLst/>
                <a:latin typeface="Aptos"/>
                <a:ea typeface="Aptos"/>
                <a:cs typeface="Symbol" panose="05050102010706020507" pitchFamily="18" charset="2"/>
              </a:rPr>
              <a:t> </a:t>
            </a:r>
            <a:r>
              <a:rPr lang="en-US" sz="28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Kontext</a:t>
            </a:r>
            <a:r>
              <a:rPr lang="en-US" sz="2800" dirty="0">
                <a:effectLst/>
                <a:latin typeface="Aptos"/>
                <a:ea typeface="Aptos"/>
                <a:cs typeface="Symbol" panose="05050102010706020507" pitchFamily="18" charset="2"/>
              </a:rPr>
              <a:t>: </a:t>
            </a:r>
            <a:r>
              <a:rPr lang="en-US" sz="28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Beziehung</a:t>
            </a:r>
            <a:r>
              <a:rPr lang="en-US" sz="2800" dirty="0">
                <a:effectLst/>
                <a:latin typeface="Aptos"/>
                <a:ea typeface="Aptos"/>
                <a:cs typeface="Symbol" panose="05050102010706020507" pitchFamily="18" charset="2"/>
              </a:rPr>
              <a:t> der Sprecher,</a:t>
            </a:r>
            <a:endParaRPr lang="mk-MK" sz="2800" dirty="0">
              <a:effectLst/>
              <a:latin typeface="Aptos"/>
              <a:ea typeface="Aptos"/>
              <a:cs typeface="Symbol" panose="05050102010706020507" pitchFamily="18" charset="2"/>
            </a:endParaRP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28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Kultureller</a:t>
            </a:r>
            <a:r>
              <a:rPr lang="en-US" sz="2800" dirty="0">
                <a:effectLst/>
                <a:latin typeface="Aptos"/>
                <a:ea typeface="Aptos"/>
                <a:cs typeface="Symbol" panose="05050102010706020507" pitchFamily="18" charset="2"/>
              </a:rPr>
              <a:t> </a:t>
            </a:r>
            <a:r>
              <a:rPr lang="en-US" sz="28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Kontext</a:t>
            </a:r>
            <a:r>
              <a:rPr lang="en-US" sz="2800" dirty="0">
                <a:effectLst/>
                <a:latin typeface="Aptos"/>
                <a:ea typeface="Aptos"/>
                <a:cs typeface="Symbol" panose="05050102010706020507" pitchFamily="18" charset="2"/>
              </a:rPr>
              <a:t>: </a:t>
            </a:r>
            <a:r>
              <a:rPr lang="en-US" sz="28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Normen</a:t>
            </a:r>
            <a:r>
              <a:rPr lang="en-US" sz="2800" dirty="0">
                <a:effectLst/>
                <a:latin typeface="Aptos"/>
                <a:ea typeface="Aptos"/>
                <a:cs typeface="Symbol" panose="05050102010706020507" pitchFamily="18" charset="2"/>
              </a:rPr>
              <a:t>, </a:t>
            </a:r>
            <a:r>
              <a:rPr lang="en-US" sz="28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Werte</a:t>
            </a:r>
            <a:r>
              <a:rPr lang="en-US" sz="2800" dirty="0">
                <a:effectLst/>
                <a:latin typeface="Aptos"/>
                <a:ea typeface="Aptos"/>
                <a:cs typeface="Symbol" panose="05050102010706020507" pitchFamily="18" charset="2"/>
              </a:rPr>
              <a:t>, </a:t>
            </a:r>
            <a:r>
              <a:rPr lang="en-US" sz="28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Sitten</a:t>
            </a:r>
            <a:r>
              <a:rPr lang="en-US" sz="2800" dirty="0">
                <a:effectLst/>
                <a:latin typeface="Aptos"/>
                <a:ea typeface="Aptos"/>
                <a:cs typeface="Symbol" panose="05050102010706020507" pitchFamily="18" charset="2"/>
              </a:rPr>
              <a:t>,</a:t>
            </a:r>
            <a:endParaRPr lang="mk-MK" sz="2800" dirty="0">
              <a:effectLst/>
              <a:latin typeface="Aptos"/>
              <a:ea typeface="Aptos"/>
              <a:cs typeface="Symbol" panose="05050102010706020507" pitchFamily="18" charset="2"/>
            </a:endParaRP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28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Physischer</a:t>
            </a:r>
            <a:r>
              <a:rPr lang="en-US" sz="2800" dirty="0">
                <a:effectLst/>
                <a:latin typeface="Aptos"/>
                <a:ea typeface="Aptos"/>
                <a:cs typeface="Symbol" panose="05050102010706020507" pitchFamily="18" charset="2"/>
              </a:rPr>
              <a:t> </a:t>
            </a:r>
            <a:r>
              <a:rPr lang="en-US" sz="28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Kontext</a:t>
            </a:r>
            <a:r>
              <a:rPr lang="en-US" sz="2800" dirty="0">
                <a:effectLst/>
                <a:latin typeface="Aptos"/>
                <a:ea typeface="Aptos"/>
                <a:cs typeface="Symbol" panose="05050102010706020507" pitchFamily="18" charset="2"/>
              </a:rPr>
              <a:t>: Ort, Situation.</a:t>
            </a:r>
            <a:endParaRPr lang="mk-MK" sz="2800" dirty="0">
              <a:effectLst/>
              <a:latin typeface="Aptos"/>
              <a:ea typeface="Aptos"/>
              <a:cs typeface="Symbol" panose="05050102010706020507" pitchFamily="18" charset="2"/>
            </a:endParaRPr>
          </a:p>
          <a:p>
            <a:endParaRPr lang="mk-MK" dirty="0"/>
          </a:p>
        </p:txBody>
      </p:sp>
    </p:spTree>
    <p:extLst>
      <p:ext uri="{BB962C8B-B14F-4D97-AF65-F5344CB8AC3E}">
        <p14:creationId xmlns:p14="http://schemas.microsoft.com/office/powerpoint/2010/main" val="23092814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B7FF46-8A31-41CF-98D8-874B7A6F19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1800"/>
              </a:spcBef>
              <a:spcAft>
                <a:spcPts val="400"/>
              </a:spcAft>
            </a:pPr>
            <a:r>
              <a:rPr lang="en-US" sz="4400" b="1" kern="0" dirty="0">
                <a:solidFill>
                  <a:srgbClr val="0F4761"/>
                </a:solidFill>
                <a:effectLst/>
                <a:latin typeface="Aptos Display"/>
                <a:ea typeface="Times New Roman" panose="02020603050405020304" pitchFamily="18" charset="0"/>
                <a:cs typeface="Times New Roman" panose="02020603050405020304" pitchFamily="18" charset="0"/>
              </a:rPr>
              <a:t>Folie 9: </a:t>
            </a:r>
            <a:r>
              <a:rPr lang="en-US" sz="4400" b="1" kern="0" dirty="0" err="1">
                <a:solidFill>
                  <a:srgbClr val="0F4761"/>
                </a:solidFill>
                <a:effectLst/>
                <a:latin typeface="Aptos Display"/>
                <a:ea typeface="Times New Roman" panose="02020603050405020304" pitchFamily="18" charset="0"/>
                <a:cs typeface="Times New Roman" panose="02020603050405020304" pitchFamily="18" charset="0"/>
              </a:rPr>
              <a:t>Beispiele</a:t>
            </a:r>
            <a:r>
              <a:rPr lang="en-US" sz="4400" b="1" kern="0" dirty="0">
                <a:solidFill>
                  <a:srgbClr val="0F4761"/>
                </a:solidFill>
                <a:effectLst/>
                <a:latin typeface="Aptos Display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kern="0" dirty="0" err="1">
                <a:solidFill>
                  <a:srgbClr val="0F4761"/>
                </a:solidFill>
                <a:effectLst/>
                <a:latin typeface="Aptos Display"/>
                <a:ea typeface="Times New Roman" panose="02020603050405020304" pitchFamily="18" charset="0"/>
                <a:cs typeface="Times New Roman" panose="02020603050405020304" pitchFamily="18" charset="0"/>
              </a:rPr>
              <a:t>Interkulturelle</a:t>
            </a:r>
            <a:r>
              <a:rPr lang="en-US" sz="4400" b="1" kern="0" dirty="0">
                <a:solidFill>
                  <a:srgbClr val="0F4761"/>
                </a:solidFill>
                <a:effectLst/>
                <a:latin typeface="Aptos Display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kern="0" dirty="0" err="1">
                <a:solidFill>
                  <a:srgbClr val="0F4761"/>
                </a:solidFill>
                <a:effectLst/>
                <a:latin typeface="Aptos Display"/>
                <a:ea typeface="Times New Roman" panose="02020603050405020304" pitchFamily="18" charset="0"/>
                <a:cs typeface="Times New Roman" panose="02020603050405020304" pitchFamily="18" charset="0"/>
              </a:rPr>
              <a:t>Pragmatik</a:t>
            </a:r>
            <a:endParaRPr lang="en-US" sz="4400" b="1" kern="0" dirty="0">
              <a:solidFill>
                <a:srgbClr val="0F4761"/>
              </a:solidFill>
              <a:effectLst/>
              <a:latin typeface="Aptos Display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endParaRPr lang="en-US" sz="4400" b="1" kern="0" dirty="0">
              <a:solidFill>
                <a:srgbClr val="0F4761"/>
              </a:solidFill>
              <a:latin typeface="Aptos Display"/>
              <a:ea typeface="Aptos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de-DE" sz="2800" dirty="0">
                <a:effectLst/>
                <a:latin typeface="Aptos"/>
                <a:ea typeface="Aptos"/>
                <a:cs typeface="Symbol" panose="05050102010706020507" pitchFamily="18" charset="2"/>
              </a:rPr>
              <a:t>Deutsch: “Kannst du mir helfen?” – direkt</a:t>
            </a:r>
            <a:endParaRPr lang="mk-MK" sz="2800" dirty="0">
              <a:effectLst/>
              <a:latin typeface="Aptos"/>
              <a:ea typeface="Aptos"/>
              <a:cs typeface="Symbol" panose="05050102010706020507" pitchFamily="18" charset="2"/>
            </a:endParaRP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28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Englisch</a:t>
            </a:r>
            <a:r>
              <a:rPr lang="en-US" sz="2800" dirty="0">
                <a:effectLst/>
                <a:latin typeface="Aptos"/>
                <a:ea typeface="Aptos"/>
                <a:cs typeface="Symbol" panose="05050102010706020507" pitchFamily="18" charset="2"/>
              </a:rPr>
              <a:t>: “Would you mind helping me?” – </a:t>
            </a:r>
            <a:r>
              <a:rPr lang="en-US" sz="28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indirekt</a:t>
            </a:r>
            <a:endParaRPr lang="mk-MK" sz="2800" dirty="0">
              <a:effectLst/>
              <a:latin typeface="Aptos"/>
              <a:ea typeface="Aptos"/>
              <a:cs typeface="Symbol" panose="05050102010706020507" pitchFamily="18" charset="2"/>
            </a:endParaRP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28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Arabische</a:t>
            </a:r>
            <a:r>
              <a:rPr lang="en-US" sz="2800" dirty="0">
                <a:effectLst/>
                <a:latin typeface="Aptos"/>
                <a:ea typeface="Aptos"/>
                <a:cs typeface="Symbol" panose="05050102010706020507" pitchFamily="18" charset="2"/>
              </a:rPr>
              <a:t> </a:t>
            </a:r>
            <a:r>
              <a:rPr lang="en-US" sz="28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Kulturen</a:t>
            </a:r>
            <a:r>
              <a:rPr lang="en-US" sz="2800" dirty="0">
                <a:effectLst/>
                <a:latin typeface="Aptos"/>
                <a:ea typeface="Aptos"/>
                <a:cs typeface="Symbol" panose="05050102010706020507" pitchFamily="18" charset="2"/>
              </a:rPr>
              <a:t>: oft </a:t>
            </a:r>
            <a:r>
              <a:rPr lang="en-US" sz="28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umschweifende</a:t>
            </a:r>
            <a:r>
              <a:rPr lang="en-US" sz="2800" dirty="0">
                <a:effectLst/>
                <a:latin typeface="Aptos"/>
                <a:ea typeface="Aptos"/>
                <a:cs typeface="Symbol" panose="05050102010706020507" pitchFamily="18" charset="2"/>
              </a:rPr>
              <a:t> </a:t>
            </a:r>
            <a:r>
              <a:rPr lang="en-US" sz="28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Formulierungen</a:t>
            </a:r>
            <a:endParaRPr lang="mk-MK" sz="2800" dirty="0">
              <a:effectLst/>
              <a:latin typeface="Aptos"/>
              <a:ea typeface="Aptos"/>
              <a:cs typeface="Symbol" panose="05050102010706020507" pitchFamily="18" charset="2"/>
            </a:endParaRP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28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Lehre</a:t>
            </a:r>
            <a:r>
              <a:rPr lang="en-US" sz="2800" dirty="0">
                <a:effectLst/>
                <a:latin typeface="Aptos"/>
                <a:ea typeface="Aptos"/>
                <a:cs typeface="Symbol" panose="05050102010706020507" pitchFamily="18" charset="2"/>
              </a:rPr>
              <a:t>: </a:t>
            </a:r>
            <a:r>
              <a:rPr lang="en-US" sz="28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Kontext</a:t>
            </a:r>
            <a:r>
              <a:rPr lang="en-US" sz="2800" dirty="0">
                <a:effectLst/>
                <a:latin typeface="Aptos"/>
                <a:ea typeface="Aptos"/>
                <a:cs typeface="Symbol" panose="05050102010706020507" pitchFamily="18" charset="2"/>
              </a:rPr>
              <a:t> + Kultur = </a:t>
            </a:r>
            <a:r>
              <a:rPr lang="en-US" sz="28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pragmatische</a:t>
            </a:r>
            <a:r>
              <a:rPr lang="en-US" sz="2800" dirty="0">
                <a:effectLst/>
                <a:latin typeface="Aptos"/>
                <a:ea typeface="Aptos"/>
                <a:cs typeface="Symbol" panose="05050102010706020507" pitchFamily="18" charset="2"/>
              </a:rPr>
              <a:t> </a:t>
            </a:r>
            <a:r>
              <a:rPr lang="en-US" sz="28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Bedeutung</a:t>
            </a:r>
            <a:endParaRPr lang="mk-MK" sz="2800" dirty="0">
              <a:effectLst/>
              <a:latin typeface="Aptos"/>
              <a:ea typeface="Aptos"/>
              <a:cs typeface="Symbol" panose="05050102010706020507" pitchFamily="18" charset="2"/>
            </a:endParaRPr>
          </a:p>
          <a:p>
            <a:endParaRPr lang="mk-MK" dirty="0"/>
          </a:p>
        </p:txBody>
      </p:sp>
    </p:spTree>
    <p:extLst>
      <p:ext uri="{BB962C8B-B14F-4D97-AF65-F5344CB8AC3E}">
        <p14:creationId xmlns:p14="http://schemas.microsoft.com/office/powerpoint/2010/main" val="20039061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66541-3268-4641-A995-70CB4A99FA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800"/>
              </a:spcBef>
              <a:spcAft>
                <a:spcPts val="400"/>
              </a:spcAft>
            </a:pPr>
            <a:r>
              <a:rPr lang="en-US" sz="4400" b="1" kern="0" dirty="0">
                <a:solidFill>
                  <a:srgbClr val="0F4761"/>
                </a:solidFill>
                <a:effectLst/>
                <a:latin typeface="Aptos Display"/>
                <a:ea typeface="Times New Roman" panose="02020603050405020304" pitchFamily="18" charset="0"/>
                <a:cs typeface="Times New Roman" panose="02020603050405020304" pitchFamily="18" charset="0"/>
              </a:rPr>
              <a:t>Folie 10: </a:t>
            </a:r>
            <a:r>
              <a:rPr lang="en-US" sz="4400" b="1" kern="0" dirty="0" err="1">
                <a:solidFill>
                  <a:srgbClr val="0F4761"/>
                </a:solidFill>
                <a:effectLst/>
                <a:latin typeface="Aptos Display"/>
                <a:ea typeface="Times New Roman" panose="02020603050405020304" pitchFamily="18" charset="0"/>
                <a:cs typeface="Times New Roman" panose="02020603050405020304" pitchFamily="18" charset="0"/>
              </a:rPr>
              <a:t>Zusammenfassung</a:t>
            </a:r>
            <a:r>
              <a:rPr lang="en-US" sz="4400" b="1" kern="0" dirty="0">
                <a:solidFill>
                  <a:srgbClr val="0F4761"/>
                </a:solidFill>
                <a:effectLst/>
                <a:latin typeface="Aptos Display"/>
                <a:ea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sz="4400" b="1" kern="0" dirty="0" err="1">
                <a:solidFill>
                  <a:srgbClr val="0F4761"/>
                </a:solidFill>
                <a:effectLst/>
                <a:latin typeface="Aptos Display"/>
                <a:ea typeface="Times New Roman" panose="02020603050405020304" pitchFamily="18" charset="0"/>
                <a:cs typeface="Times New Roman" panose="02020603050405020304" pitchFamily="18" charset="0"/>
              </a:rPr>
              <a:t>Ausblick</a:t>
            </a:r>
            <a:endParaRPr lang="en-US" sz="4400" b="1" kern="0" dirty="0">
              <a:solidFill>
                <a:srgbClr val="0F4761"/>
              </a:solidFill>
              <a:effectLst/>
              <a:latin typeface="Aptos Display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1800"/>
              </a:spcBef>
              <a:spcAft>
                <a:spcPts val="400"/>
              </a:spcAft>
              <a:buNone/>
            </a:pPr>
            <a:endParaRPr lang="mk-MK" sz="4400" b="1" kern="0" dirty="0">
              <a:solidFill>
                <a:srgbClr val="0F4761"/>
              </a:solidFill>
              <a:effectLst/>
              <a:latin typeface="Aptos Display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de-DE" sz="2800" dirty="0">
                <a:effectLst/>
                <a:latin typeface="Aptos"/>
                <a:ea typeface="Aptos"/>
                <a:cs typeface="Symbol" panose="05050102010706020507" pitchFamily="18" charset="2"/>
              </a:rPr>
              <a:t>Pragmatik = Verbindung von Sprache + Kontext + Kultur</a:t>
            </a:r>
            <a:endParaRPr lang="mk-MK" sz="2800" dirty="0">
              <a:effectLst/>
              <a:latin typeface="Aptos"/>
              <a:ea typeface="Aptos"/>
              <a:cs typeface="Symbol" panose="05050102010706020507" pitchFamily="18" charset="2"/>
            </a:endParaRP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de-DE" sz="2800" dirty="0">
                <a:effectLst/>
                <a:latin typeface="Aptos"/>
                <a:ea typeface="Aptos"/>
                <a:cs typeface="Symbol" panose="05050102010706020507" pitchFamily="18" charset="2"/>
              </a:rPr>
              <a:t>Interkulturelle Pragmatik = Missverständnisse, Höflichkeit, kulturelle Unterschiede</a:t>
            </a:r>
            <a:endParaRPr lang="mk-MK" sz="2800" dirty="0">
              <a:effectLst/>
              <a:latin typeface="Aptos"/>
              <a:ea typeface="Aptos"/>
              <a:cs typeface="Symbol" panose="05050102010706020507" pitchFamily="18" charset="2"/>
            </a:endParaRP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de-DE" sz="2800" dirty="0">
                <a:effectLst/>
                <a:latin typeface="Aptos"/>
                <a:ea typeface="Aptos"/>
                <a:cs typeface="Symbol" panose="05050102010706020507" pitchFamily="18" charset="2"/>
              </a:rPr>
              <a:t>Ausblick: Module 2-4 → Höflichkeitsstrategien, Gesprächsanalyse, interkulturelle Missverständnisse</a:t>
            </a:r>
            <a:endParaRPr lang="mk-MK" sz="2800" dirty="0">
              <a:effectLst/>
              <a:latin typeface="Aptos"/>
              <a:ea typeface="Aptos"/>
              <a:cs typeface="Symbol" panose="05050102010706020507" pitchFamily="18" charset="2"/>
            </a:endParaRPr>
          </a:p>
          <a:p>
            <a:endParaRPr lang="mk-MK" dirty="0"/>
          </a:p>
        </p:txBody>
      </p:sp>
    </p:spTree>
    <p:extLst>
      <p:ext uri="{BB962C8B-B14F-4D97-AF65-F5344CB8AC3E}">
        <p14:creationId xmlns:p14="http://schemas.microsoft.com/office/powerpoint/2010/main" val="2352998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7E70FC5-1855-47AB-8CE1-CB3C873A8988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5560E646-30AD-4BA0-97EA-A7A07DF5499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0CB38EC-895A-4F8F-8F75-E263501ABB5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291</Words>
  <Application>Microsoft Office PowerPoint</Application>
  <PresentationFormat>Widescreen</PresentationFormat>
  <Paragraphs>55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Calibri Light</vt:lpstr>
      <vt:lpstr>Courier New</vt:lpstr>
      <vt:lpstr>Symbol</vt:lpstr>
      <vt:lpstr>Office Theme</vt:lpstr>
      <vt:lpstr>MODUL 2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 2</dc:title>
  <dc:creator>ppppp</dc:creator>
  <cp:lastModifiedBy>ppppp</cp:lastModifiedBy>
  <cp:revision>2</cp:revision>
  <dcterms:created xsi:type="dcterms:W3CDTF">2026-01-08T16:19:45Z</dcterms:created>
  <dcterms:modified xsi:type="dcterms:W3CDTF">2026-01-08T21:31:37Z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