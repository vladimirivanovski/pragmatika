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sldIdLst>
    <p:sldId id="280" r:id="rId5"/>
    <p:sldId id="282" r:id="rId6"/>
    <p:sldId id="295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</p:sldIdLst>
  <p:sldSz cx="12192000" cy="6858000"/>
  <p:notesSz cx="6858000" cy="9144000"/>
  <p:defaultTextStyle>
    <a:defPPr>
      <a:defRPr lang="mk-M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jana Ivanovska" userId="b45da7be-aefd-45b2-9c4c-86a34cc26954" providerId="ADAL" clId="{A87DFD33-B2BD-4680-82B6-21AE6BDAE5A8}"/>
    <pc:docChg chg="custSel addSld delSld modSld">
      <pc:chgData name="Biljana Ivanovska" userId="b45da7be-aefd-45b2-9c4c-86a34cc26954" providerId="ADAL" clId="{A87DFD33-B2BD-4680-82B6-21AE6BDAE5A8}" dt="2026-01-08T21:34:12.074" v="80" actId="2696"/>
      <pc:docMkLst>
        <pc:docMk/>
      </pc:docMkLst>
      <pc:sldChg chg="addSp delSp modSp mod">
        <pc:chgData name="Biljana Ivanovska" userId="b45da7be-aefd-45b2-9c4c-86a34cc26954" providerId="ADAL" clId="{A87DFD33-B2BD-4680-82B6-21AE6BDAE5A8}" dt="2026-01-08T16:44:23.556" v="17" actId="20577"/>
        <pc:sldMkLst>
          <pc:docMk/>
          <pc:sldMk cId="1583120128" sldId="280"/>
        </pc:sldMkLst>
        <pc:spChg chg="del mod">
          <ac:chgData name="Biljana Ivanovska" userId="b45da7be-aefd-45b2-9c4c-86a34cc26954" providerId="ADAL" clId="{A87DFD33-B2BD-4680-82B6-21AE6BDAE5A8}" dt="2026-01-08T16:44:10.550" v="1" actId="478"/>
          <ac:spMkLst>
            <pc:docMk/>
            <pc:sldMk cId="1583120128" sldId="280"/>
            <ac:spMk id="2" creationId="{0D1F047C-C727-42A7-85C5-68C5AA1B1A93}"/>
          </ac:spMkLst>
        </pc:spChg>
        <pc:spChg chg="mod">
          <ac:chgData name="Biljana Ivanovska" userId="b45da7be-aefd-45b2-9c4c-86a34cc26954" providerId="ADAL" clId="{A87DFD33-B2BD-4680-82B6-21AE6BDAE5A8}" dt="2026-01-08T16:44:23.556" v="17" actId="20577"/>
          <ac:spMkLst>
            <pc:docMk/>
            <pc:sldMk cId="1583120128" sldId="280"/>
            <ac:spMk id="3" creationId="{DB93FB3F-A8D4-46D3-A1C6-C79C64563729}"/>
          </ac:spMkLst>
        </pc:spChg>
        <pc:spChg chg="add del mod">
          <ac:chgData name="Biljana Ivanovska" userId="b45da7be-aefd-45b2-9c4c-86a34cc26954" providerId="ADAL" clId="{A87DFD33-B2BD-4680-82B6-21AE6BDAE5A8}" dt="2026-01-08T16:44:15.218" v="3" actId="478"/>
          <ac:spMkLst>
            <pc:docMk/>
            <pc:sldMk cId="1583120128" sldId="280"/>
            <ac:spMk id="7" creationId="{35A90CC7-6572-4941-AD87-463DEE58C028}"/>
          </ac:spMkLst>
        </pc:spChg>
      </pc:sldChg>
      <pc:sldChg chg="del">
        <pc:chgData name="Biljana Ivanovska" userId="b45da7be-aefd-45b2-9c4c-86a34cc26954" providerId="ADAL" clId="{A87DFD33-B2BD-4680-82B6-21AE6BDAE5A8}" dt="2026-01-08T21:34:12.074" v="80" actId="2696"/>
        <pc:sldMkLst>
          <pc:docMk/>
          <pc:sldMk cId="3265077456" sldId="281"/>
        </pc:sldMkLst>
      </pc:sldChg>
      <pc:sldChg chg="delSp modSp mod">
        <pc:chgData name="Biljana Ivanovska" userId="b45da7be-aefd-45b2-9c4c-86a34cc26954" providerId="ADAL" clId="{A87DFD33-B2BD-4680-82B6-21AE6BDAE5A8}" dt="2026-01-08T21:32:25.522" v="38" actId="20577"/>
        <pc:sldMkLst>
          <pc:docMk/>
          <pc:sldMk cId="2456042411" sldId="282"/>
        </pc:sldMkLst>
        <pc:spChg chg="del">
          <ac:chgData name="Biljana Ivanovska" userId="b45da7be-aefd-45b2-9c4c-86a34cc26954" providerId="ADAL" clId="{A87DFD33-B2BD-4680-82B6-21AE6BDAE5A8}" dt="2026-01-08T21:31:46.245" v="18" actId="478"/>
          <ac:spMkLst>
            <pc:docMk/>
            <pc:sldMk cId="2456042411" sldId="282"/>
            <ac:spMk id="2" creationId="{E5D30C52-64F1-4094-B778-65AF5A1FDB6C}"/>
          </ac:spMkLst>
        </pc:spChg>
        <pc:spChg chg="mod">
          <ac:chgData name="Biljana Ivanovska" userId="b45da7be-aefd-45b2-9c4c-86a34cc26954" providerId="ADAL" clId="{A87DFD33-B2BD-4680-82B6-21AE6BDAE5A8}" dt="2026-01-08T21:32:25.522" v="38" actId="20577"/>
          <ac:spMkLst>
            <pc:docMk/>
            <pc:sldMk cId="2456042411" sldId="282"/>
            <ac:spMk id="3" creationId="{1FAD0EEF-9E8C-4C88-A627-ECB2BAE6F65F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2:49.393" v="43" actId="20577"/>
        <pc:sldMkLst>
          <pc:docMk/>
          <pc:sldMk cId="4279048973" sldId="283"/>
        </pc:sldMkLst>
        <pc:spChg chg="del">
          <ac:chgData name="Biljana Ivanovska" userId="b45da7be-aefd-45b2-9c4c-86a34cc26954" providerId="ADAL" clId="{A87DFD33-B2BD-4680-82B6-21AE6BDAE5A8}" dt="2026-01-08T21:32:47.303" v="42" actId="478"/>
          <ac:spMkLst>
            <pc:docMk/>
            <pc:sldMk cId="4279048973" sldId="283"/>
            <ac:spMk id="2" creationId="{A3EADFD7-DA04-45FB-850A-0F73CE92CFDF}"/>
          </ac:spMkLst>
        </pc:spChg>
        <pc:spChg chg="mod">
          <ac:chgData name="Biljana Ivanovska" userId="b45da7be-aefd-45b2-9c4c-86a34cc26954" providerId="ADAL" clId="{A87DFD33-B2BD-4680-82B6-21AE6BDAE5A8}" dt="2026-01-08T21:32:49.393" v="43" actId="20577"/>
          <ac:spMkLst>
            <pc:docMk/>
            <pc:sldMk cId="4279048973" sldId="283"/>
            <ac:spMk id="3" creationId="{E25D86F3-61B8-4177-950F-B0960375D3C4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3:00.763" v="47" actId="5793"/>
        <pc:sldMkLst>
          <pc:docMk/>
          <pc:sldMk cId="908408326" sldId="284"/>
        </pc:sldMkLst>
        <pc:spChg chg="del">
          <ac:chgData name="Biljana Ivanovska" userId="b45da7be-aefd-45b2-9c4c-86a34cc26954" providerId="ADAL" clId="{A87DFD33-B2BD-4680-82B6-21AE6BDAE5A8}" dt="2026-01-08T21:32:56.415" v="44" actId="478"/>
          <ac:spMkLst>
            <pc:docMk/>
            <pc:sldMk cId="908408326" sldId="284"/>
            <ac:spMk id="2" creationId="{39B403F8-80B8-4ABC-BB9C-19B1E09147B0}"/>
          </ac:spMkLst>
        </pc:spChg>
        <pc:spChg chg="mod">
          <ac:chgData name="Biljana Ivanovska" userId="b45da7be-aefd-45b2-9c4c-86a34cc26954" providerId="ADAL" clId="{A87DFD33-B2BD-4680-82B6-21AE6BDAE5A8}" dt="2026-01-08T21:33:00.763" v="47" actId="5793"/>
          <ac:spMkLst>
            <pc:docMk/>
            <pc:sldMk cId="908408326" sldId="284"/>
            <ac:spMk id="3" creationId="{A3702C48-1E18-43E4-99CC-0FA4F6B06CA0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3:08.196" v="51" actId="5793"/>
        <pc:sldMkLst>
          <pc:docMk/>
          <pc:sldMk cId="2655528642" sldId="285"/>
        </pc:sldMkLst>
        <pc:spChg chg="del">
          <ac:chgData name="Biljana Ivanovska" userId="b45da7be-aefd-45b2-9c4c-86a34cc26954" providerId="ADAL" clId="{A87DFD33-B2BD-4680-82B6-21AE6BDAE5A8}" dt="2026-01-08T21:33:05.041" v="48" actId="478"/>
          <ac:spMkLst>
            <pc:docMk/>
            <pc:sldMk cId="2655528642" sldId="285"/>
            <ac:spMk id="2" creationId="{396610C4-0D29-4C1D-AC90-738A8B54A747}"/>
          </ac:spMkLst>
        </pc:spChg>
        <pc:spChg chg="mod">
          <ac:chgData name="Biljana Ivanovska" userId="b45da7be-aefd-45b2-9c4c-86a34cc26954" providerId="ADAL" clId="{A87DFD33-B2BD-4680-82B6-21AE6BDAE5A8}" dt="2026-01-08T21:33:08.196" v="51" actId="5793"/>
          <ac:spMkLst>
            <pc:docMk/>
            <pc:sldMk cId="2655528642" sldId="285"/>
            <ac:spMk id="3" creationId="{AE87B94E-3F19-477E-895F-FB9F110C4593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3:16.201" v="55" actId="5793"/>
        <pc:sldMkLst>
          <pc:docMk/>
          <pc:sldMk cId="4201987976" sldId="286"/>
        </pc:sldMkLst>
        <pc:spChg chg="del">
          <ac:chgData name="Biljana Ivanovska" userId="b45da7be-aefd-45b2-9c4c-86a34cc26954" providerId="ADAL" clId="{A87DFD33-B2BD-4680-82B6-21AE6BDAE5A8}" dt="2026-01-08T21:33:11.912" v="52" actId="478"/>
          <ac:spMkLst>
            <pc:docMk/>
            <pc:sldMk cId="4201987976" sldId="286"/>
            <ac:spMk id="2" creationId="{0C06AA29-BD9D-42E3-8584-9871DBB7B730}"/>
          </ac:spMkLst>
        </pc:spChg>
        <pc:spChg chg="mod">
          <ac:chgData name="Biljana Ivanovska" userId="b45da7be-aefd-45b2-9c4c-86a34cc26954" providerId="ADAL" clId="{A87DFD33-B2BD-4680-82B6-21AE6BDAE5A8}" dt="2026-01-08T21:33:16.201" v="55" actId="5793"/>
          <ac:spMkLst>
            <pc:docMk/>
            <pc:sldMk cId="4201987976" sldId="286"/>
            <ac:spMk id="3" creationId="{6BEEEE7B-923B-46D0-890E-DBEE78FEE24B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3:27.770" v="59" actId="5793"/>
        <pc:sldMkLst>
          <pc:docMk/>
          <pc:sldMk cId="2193510848" sldId="287"/>
        </pc:sldMkLst>
        <pc:spChg chg="del">
          <ac:chgData name="Biljana Ivanovska" userId="b45da7be-aefd-45b2-9c4c-86a34cc26954" providerId="ADAL" clId="{A87DFD33-B2BD-4680-82B6-21AE6BDAE5A8}" dt="2026-01-08T21:33:21.925" v="56" actId="478"/>
          <ac:spMkLst>
            <pc:docMk/>
            <pc:sldMk cId="2193510848" sldId="287"/>
            <ac:spMk id="2" creationId="{572C9C85-71CC-41C2-A1CD-B1B412C07231}"/>
          </ac:spMkLst>
        </pc:spChg>
        <pc:spChg chg="mod">
          <ac:chgData name="Biljana Ivanovska" userId="b45da7be-aefd-45b2-9c4c-86a34cc26954" providerId="ADAL" clId="{A87DFD33-B2BD-4680-82B6-21AE6BDAE5A8}" dt="2026-01-08T21:33:27.770" v="59" actId="5793"/>
          <ac:spMkLst>
            <pc:docMk/>
            <pc:sldMk cId="2193510848" sldId="287"/>
            <ac:spMk id="3" creationId="{E3E30F7E-5E5B-49CB-BD63-370E202C2370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3:38.913" v="63" actId="20577"/>
        <pc:sldMkLst>
          <pc:docMk/>
          <pc:sldMk cId="4238034303" sldId="288"/>
        </pc:sldMkLst>
        <pc:spChg chg="del">
          <ac:chgData name="Biljana Ivanovska" userId="b45da7be-aefd-45b2-9c4c-86a34cc26954" providerId="ADAL" clId="{A87DFD33-B2BD-4680-82B6-21AE6BDAE5A8}" dt="2026-01-08T21:33:33.333" v="60" actId="478"/>
          <ac:spMkLst>
            <pc:docMk/>
            <pc:sldMk cId="4238034303" sldId="288"/>
            <ac:spMk id="2" creationId="{E6297D93-5633-4770-9D89-1F46B22E9BAB}"/>
          </ac:spMkLst>
        </pc:spChg>
        <pc:spChg chg="mod">
          <ac:chgData name="Biljana Ivanovska" userId="b45da7be-aefd-45b2-9c4c-86a34cc26954" providerId="ADAL" clId="{A87DFD33-B2BD-4680-82B6-21AE6BDAE5A8}" dt="2026-01-08T21:33:38.913" v="63" actId="20577"/>
          <ac:spMkLst>
            <pc:docMk/>
            <pc:sldMk cId="4238034303" sldId="288"/>
            <ac:spMk id="3" creationId="{AF53C88D-0989-4E47-B215-AEBE18D9FD7D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3:46.104" v="67" actId="5793"/>
        <pc:sldMkLst>
          <pc:docMk/>
          <pc:sldMk cId="3381952480" sldId="289"/>
        </pc:sldMkLst>
        <pc:spChg chg="del">
          <ac:chgData name="Biljana Ivanovska" userId="b45da7be-aefd-45b2-9c4c-86a34cc26954" providerId="ADAL" clId="{A87DFD33-B2BD-4680-82B6-21AE6BDAE5A8}" dt="2026-01-08T21:33:43.115" v="64" actId="478"/>
          <ac:spMkLst>
            <pc:docMk/>
            <pc:sldMk cId="3381952480" sldId="289"/>
            <ac:spMk id="2" creationId="{41D6A413-57C9-4B92-9E81-BA285144AE0F}"/>
          </ac:spMkLst>
        </pc:spChg>
        <pc:spChg chg="mod">
          <ac:chgData name="Biljana Ivanovska" userId="b45da7be-aefd-45b2-9c4c-86a34cc26954" providerId="ADAL" clId="{A87DFD33-B2BD-4680-82B6-21AE6BDAE5A8}" dt="2026-01-08T21:33:46.104" v="67" actId="5793"/>
          <ac:spMkLst>
            <pc:docMk/>
            <pc:sldMk cId="3381952480" sldId="289"/>
            <ac:spMk id="3" creationId="{61E71F67-DC56-4703-ADA3-7A306FA225DB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3:53.654" v="72" actId="20577"/>
        <pc:sldMkLst>
          <pc:docMk/>
          <pc:sldMk cId="2743696525" sldId="290"/>
        </pc:sldMkLst>
        <pc:spChg chg="del">
          <ac:chgData name="Biljana Ivanovska" userId="b45da7be-aefd-45b2-9c4c-86a34cc26954" providerId="ADAL" clId="{A87DFD33-B2BD-4680-82B6-21AE6BDAE5A8}" dt="2026-01-08T21:33:50.173" v="68" actId="478"/>
          <ac:spMkLst>
            <pc:docMk/>
            <pc:sldMk cId="2743696525" sldId="290"/>
            <ac:spMk id="2" creationId="{6E97C9ED-56D4-4729-BE48-78B224AC8A5A}"/>
          </ac:spMkLst>
        </pc:spChg>
        <pc:spChg chg="mod">
          <ac:chgData name="Biljana Ivanovska" userId="b45da7be-aefd-45b2-9c4c-86a34cc26954" providerId="ADAL" clId="{A87DFD33-B2BD-4680-82B6-21AE6BDAE5A8}" dt="2026-01-08T21:33:53.654" v="72" actId="20577"/>
          <ac:spMkLst>
            <pc:docMk/>
            <pc:sldMk cId="2743696525" sldId="290"/>
            <ac:spMk id="3" creationId="{A84310C7-99CC-44F2-B5E1-C489030E3D27}"/>
          </ac:spMkLst>
        </pc:spChg>
      </pc:sldChg>
      <pc:sldChg chg="delSp modSp mod">
        <pc:chgData name="Biljana Ivanovska" userId="b45da7be-aefd-45b2-9c4c-86a34cc26954" providerId="ADAL" clId="{A87DFD33-B2BD-4680-82B6-21AE6BDAE5A8}" dt="2026-01-08T21:34:01.186" v="76" actId="5793"/>
        <pc:sldMkLst>
          <pc:docMk/>
          <pc:sldMk cId="3031665127" sldId="291"/>
        </pc:sldMkLst>
        <pc:spChg chg="del">
          <ac:chgData name="Biljana Ivanovska" userId="b45da7be-aefd-45b2-9c4c-86a34cc26954" providerId="ADAL" clId="{A87DFD33-B2BD-4680-82B6-21AE6BDAE5A8}" dt="2026-01-08T21:33:58.376" v="73" actId="478"/>
          <ac:spMkLst>
            <pc:docMk/>
            <pc:sldMk cId="3031665127" sldId="291"/>
            <ac:spMk id="2" creationId="{F90B6940-C57E-4526-987B-5D73CF094268}"/>
          </ac:spMkLst>
        </pc:spChg>
        <pc:spChg chg="mod">
          <ac:chgData name="Biljana Ivanovska" userId="b45da7be-aefd-45b2-9c4c-86a34cc26954" providerId="ADAL" clId="{A87DFD33-B2BD-4680-82B6-21AE6BDAE5A8}" dt="2026-01-08T21:34:01.186" v="76" actId="5793"/>
          <ac:spMkLst>
            <pc:docMk/>
            <pc:sldMk cId="3031665127" sldId="291"/>
            <ac:spMk id="3" creationId="{F8B56436-B194-41E0-9798-97E17EECCE1F}"/>
          </ac:spMkLst>
        </pc:spChg>
      </pc:sldChg>
      <pc:sldChg chg="del">
        <pc:chgData name="Biljana Ivanovska" userId="b45da7be-aefd-45b2-9c4c-86a34cc26954" providerId="ADAL" clId="{A87DFD33-B2BD-4680-82B6-21AE6BDAE5A8}" dt="2026-01-08T21:34:04.555" v="77" actId="2696"/>
        <pc:sldMkLst>
          <pc:docMk/>
          <pc:sldMk cId="1044800706" sldId="292"/>
        </pc:sldMkLst>
      </pc:sldChg>
      <pc:sldChg chg="del">
        <pc:chgData name="Biljana Ivanovska" userId="b45da7be-aefd-45b2-9c4c-86a34cc26954" providerId="ADAL" clId="{A87DFD33-B2BD-4680-82B6-21AE6BDAE5A8}" dt="2026-01-08T21:34:07.120" v="78" actId="2696"/>
        <pc:sldMkLst>
          <pc:docMk/>
          <pc:sldMk cId="3840962543" sldId="293"/>
        </pc:sldMkLst>
      </pc:sldChg>
      <pc:sldChg chg="del">
        <pc:chgData name="Biljana Ivanovska" userId="b45da7be-aefd-45b2-9c4c-86a34cc26954" providerId="ADAL" clId="{A87DFD33-B2BD-4680-82B6-21AE6BDAE5A8}" dt="2026-01-08T21:34:09.435" v="79" actId="2696"/>
        <pc:sldMkLst>
          <pc:docMk/>
          <pc:sldMk cId="4015777699" sldId="294"/>
        </pc:sldMkLst>
      </pc:sldChg>
      <pc:sldChg chg="delSp modSp new mod">
        <pc:chgData name="Biljana Ivanovska" userId="b45da7be-aefd-45b2-9c4c-86a34cc26954" providerId="ADAL" clId="{A87DFD33-B2BD-4680-82B6-21AE6BDAE5A8}" dt="2026-01-08T21:32:41.735" v="41" actId="20577"/>
        <pc:sldMkLst>
          <pc:docMk/>
          <pc:sldMk cId="3518068231" sldId="295"/>
        </pc:sldMkLst>
        <pc:spChg chg="del">
          <ac:chgData name="Biljana Ivanovska" userId="b45da7be-aefd-45b2-9c4c-86a34cc26954" providerId="ADAL" clId="{A87DFD33-B2BD-4680-82B6-21AE6BDAE5A8}" dt="2026-01-08T21:32:31.595" v="39" actId="478"/>
          <ac:spMkLst>
            <pc:docMk/>
            <pc:sldMk cId="3518068231" sldId="295"/>
            <ac:spMk id="2" creationId="{6EB960BD-5003-4836-B4AB-06089B6ABF2A}"/>
          </ac:spMkLst>
        </pc:spChg>
        <pc:spChg chg="mod">
          <ac:chgData name="Biljana Ivanovska" userId="b45da7be-aefd-45b2-9c4c-86a34cc26954" providerId="ADAL" clId="{A87DFD33-B2BD-4680-82B6-21AE6BDAE5A8}" dt="2026-01-08T21:32:41.735" v="41" actId="20577"/>
          <ac:spMkLst>
            <pc:docMk/>
            <pc:sldMk cId="3518068231" sldId="295"/>
            <ac:spMk id="3" creationId="{F68CADE4-2976-40DA-A6A7-A6BE4E09FE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3AB4-1766-4B57-8BA3-3279E864E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CC59D-70A0-44C4-B437-3098F6A52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3967C-A8FC-4FC5-8519-E4D632F9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D1BF4-03BA-4CAE-84BA-952BF9F8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0CB72-C171-43E7-8D46-A30951B6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73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E46D-1B2A-45E6-BEF4-FD412BF4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4AFEA-A519-4801-BC7C-BF63183BE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FC80F-C89F-4F94-B6BA-4E511411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21FF2-6DC5-4E34-9937-7364054E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4438D-16F3-4D5D-9098-F3DB4C3A0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7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B3E7-C7A1-42AF-9005-970396C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C11F6-FC37-4570-B1B3-6EC10A9BD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6BB36-19F8-4F13-992C-ABCC053F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73D88-8D60-4769-BB91-12874C7A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0EB3-54AB-4C75-9A0E-2D9B9A8A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D7AA-41C8-4A3D-BA78-53A8BC45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63978-AAFE-4394-A183-215EC6CEB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EB733-DCCD-485B-B53E-43A465758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A49DD-FE83-4B03-8348-F49697AA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A60C1-6859-401B-A000-85308085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03908-8211-452C-9690-E23B5271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73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4579-FD95-4C6C-89D2-2C0AFDE2F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5891A-0091-4D4A-B984-118EC8C36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02BF7-18C0-43C3-AA63-C0781B5DE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6B534-AF08-438B-8777-037F8B52D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BEB13-F8A8-4F81-BC8D-AF63DBE0A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0557E-B8FD-4461-9C72-A8CA8A76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86FDD-8803-4CCB-B1CD-EFAE691C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D2ED9-A537-43DF-BE96-6048CB44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8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BB6F-A2E3-44C7-9B59-81B0EEBD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D345E-1A1C-4B1F-AF69-39DFD9A9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1A838-EACC-42DE-94A3-5C69E19D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F3B5B-08BE-493C-A300-022B9F01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56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15CE1-D807-407E-A852-30CA5A07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F4F65-1118-480F-B479-AA46CE63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E0DE6-37EC-498F-A028-2B2DC558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50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A937-3C21-4B17-AB84-86A1B9E1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1DB1-A3EA-44D9-B6A3-1006CD89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9A96-9739-4075-A31B-3EEFCFAFE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027A8-D1CF-4036-96A3-05088211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A3FB7-751A-4AF2-862E-9977FD9A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D069E-EF9B-472B-A897-E099987A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17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8DEE-61A4-41DB-89C9-3AC7B848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CBB87-36CE-4601-9AD2-BB95E6C65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mk-M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DE15D-B2A9-40D5-87A0-C2CAE9A2D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80505-0647-43BD-9E20-1DE949A0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F87E1-7229-4957-AFCE-EA8778CC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D5C9C-572B-4A74-8281-414A16018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84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622E-AD10-45B4-A17D-1116B517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BA5D7-2CA2-403D-BE3F-B3FF09131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69351-1CFC-45FD-8F4F-F77E51A2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61E7E-5B1A-437B-88E1-8883A4230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666AE-D698-46D0-96A6-3652BCFC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495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F38FC-962E-490C-9C06-0FB8D1157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67754-473A-4DAC-B407-8990253CD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8E92E-2E0E-41AD-AF66-A5EA0DCC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7F7B-6C6C-49BC-996E-BE8DBC48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ED75A-8A60-48D8-8C1C-28749C65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2820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19D9DC-102E-4A04-BE3E-FA4F8EB47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17062-B714-4C72-AEB3-EABFCBE9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19FCC-3798-4969-A29C-A6FB1B46D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AE02B-3A52-4C3B-A67A-7682636A7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ABD84-7DA1-41EE-9CE5-E1902084B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9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endParaRPr lang="en-US" sz="2300" dirty="0">
              <a:solidFill>
                <a:srgbClr val="5792BA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20796E-2BF2-476D-8065-FC1FAC683C0F}"/>
              </a:ext>
            </a:extLst>
          </p:cNvPr>
          <p:cNvSpPr/>
          <p:nvPr/>
        </p:nvSpPr>
        <p:spPr>
          <a:xfrm>
            <a:off x="7389965" y="3330341"/>
            <a:ext cx="3650212" cy="1026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 3</a:t>
            </a:r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D0EEF-9E8C-4C88-A627-ECB2BAE6F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de-DE" sz="4400" b="1" dirty="0"/>
              <a:t>Modul 3: </a:t>
            </a:r>
          </a:p>
          <a:p>
            <a:pPr algn="ctr"/>
            <a:endParaRPr lang="de-DE" sz="4400" b="1" dirty="0"/>
          </a:p>
          <a:p>
            <a:pPr algn="ctr"/>
            <a:r>
              <a:rPr lang="de-DE" sz="4400" b="1" dirty="0"/>
              <a:t>Kultur, Normen und kommunikative Konventionen</a:t>
            </a:r>
          </a:p>
          <a:p>
            <a:pPr algn="ctr"/>
            <a:endParaRPr lang="de-DE" b="1" dirty="0"/>
          </a:p>
          <a:p>
            <a:endParaRPr lang="mk-MK" b="1" dirty="0"/>
          </a:p>
        </p:txBody>
      </p:sp>
    </p:spTree>
    <p:extLst>
      <p:ext uri="{BB962C8B-B14F-4D97-AF65-F5344CB8AC3E}">
        <p14:creationId xmlns:p14="http://schemas.microsoft.com/office/powerpoint/2010/main" val="2456042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ADE4-2976-40DA-A6A7-A6BE4E09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1: Titel</a:t>
            </a:r>
          </a:p>
          <a:p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Modul 3: Kultur, Normen und kommunikative Konventionen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Untertitel:</a:t>
            </a:r>
            <a:r>
              <a:rPr lang="de-DE" dirty="0"/>
              <a:t> Einfluss kultureller Werte auf die Kommunikation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351806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86F3-61B8-4177-950F-B0960375D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2: Einführung in das Modul</a:t>
            </a:r>
          </a:p>
          <a:p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Überblick über die Bedeutung von Kultur in der Kommunikation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Ziel: Verständnis kultureller Unterschiede in der Kommunikation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4279048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2C48-1E18-43E4-99CC-0FA4F6B06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3: Was sind kulturelle Normen?</a:t>
            </a:r>
          </a:p>
          <a:p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Definition von kulturellen Normen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Wie Normen das Verhalten und die Kommunikation prägen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90840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7B94E-3F19-477E-895F-FB9F110C4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4: Werte und Kommunikation</a:t>
            </a:r>
          </a:p>
          <a:p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Der Einfluss von Werten auf kommunikative Muster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Beispiele aus verschiedenen Kulturen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2655528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EEE7B-923B-46D0-890E-DBEE78FEE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Folie 5: </a:t>
            </a:r>
            <a:r>
              <a:rPr lang="en-US" b="1" dirty="0" err="1"/>
              <a:t>Kulturelle</a:t>
            </a:r>
            <a:r>
              <a:rPr lang="en-US" b="1" dirty="0"/>
              <a:t> </a:t>
            </a:r>
            <a:r>
              <a:rPr lang="en-US" b="1" dirty="0" err="1"/>
              <a:t>Kommunikationsmuster</a:t>
            </a:r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Direkte</a:t>
            </a:r>
            <a:r>
              <a:rPr lang="en-US" dirty="0"/>
              <a:t> vs. </a:t>
            </a:r>
            <a:r>
              <a:rPr lang="en-US" dirty="0" err="1"/>
              <a:t>indirekte</a:t>
            </a:r>
            <a:r>
              <a:rPr lang="en-US" dirty="0"/>
              <a:t> </a:t>
            </a:r>
            <a:r>
              <a:rPr lang="en-US" dirty="0" err="1"/>
              <a:t>Kommunikation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Hochkontext</a:t>
            </a:r>
            <a:r>
              <a:rPr lang="en-US" dirty="0"/>
              <a:t>- vs. </a:t>
            </a:r>
            <a:r>
              <a:rPr lang="en-US" dirty="0" err="1"/>
              <a:t>niedrigkontext-Kulturen</a:t>
            </a:r>
            <a:endParaRPr lang="en-US" dirty="0"/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4201987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0F7E-5E5B-49CB-BD63-370E202C2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6: Analyse interkultureller Kommunikation</a:t>
            </a:r>
          </a:p>
          <a:p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Methoden zur Analyse kultureller Unterschiede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Fallbeispiele und praktische Übungen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219351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3C88D-0989-4E47-B215-AEBE18D9F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7: Missverständnisse in der interkulturellen Kommunikation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Häufige Ursachen für Missverständnisse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Strategien zur Überwindung von Kommunikationsbarrieren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423803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1F67-DC56-4703-ADA3-7A306FA2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8: Interkulturelle Kompetenz</a:t>
            </a:r>
          </a:p>
          <a:p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Entwicklung interkultureller Sensibilität und Kompetenz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Bedeutung von Empathie und Anpassungsfähigkeit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3381952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310C7-99CC-44F2-B5E1-C489030E3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9: Praktische Anwendung</a:t>
            </a:r>
          </a:p>
          <a:p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Wie man kulturelle Unterschiede im Alltag anwendet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Tipps für erfolgreiche interkulturelle Kommunikation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274369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6436-B194-41E0-9798-97E17EECC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Folie 10: Zusammenfassung und Ausblick</a:t>
            </a:r>
          </a:p>
          <a:p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Zusammenfassung der wichtigsten Erkenntnisse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Ausblick auf weiterführende Module und Vertiefungen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303166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187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3</dc:title>
  <dc:creator>ppppp</dc:creator>
  <cp:lastModifiedBy>ppppp</cp:lastModifiedBy>
  <cp:revision>2</cp:revision>
  <dcterms:created xsi:type="dcterms:W3CDTF">2026-01-08T16:32:35Z</dcterms:created>
  <dcterms:modified xsi:type="dcterms:W3CDTF">2026-01-08T21:34:15Z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