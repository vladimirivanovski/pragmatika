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jana Ivanovska" userId="b45da7be-aefd-45b2-9c4c-86a34cc26954" providerId="ADAL" clId="{23D9F2C5-9227-486C-8486-98AFEBE73DC4}"/>
    <pc:docChg chg="custSel addSld modSld sldOrd">
      <pc:chgData name="Biljana Ivanovska" userId="b45da7be-aefd-45b2-9c4c-86a34cc26954" providerId="ADAL" clId="{23D9F2C5-9227-486C-8486-98AFEBE73DC4}" dt="2026-01-08T16:27:15.974" v="18" actId="255"/>
      <pc:docMkLst>
        <pc:docMk/>
      </pc:docMkLst>
      <pc:sldChg chg="ord">
        <pc:chgData name="Biljana Ivanovska" userId="b45da7be-aefd-45b2-9c4c-86a34cc26954" providerId="ADAL" clId="{23D9F2C5-9227-486C-8486-98AFEBE73DC4}" dt="2026-01-08T16:26:41.502" v="7"/>
        <pc:sldMkLst>
          <pc:docMk/>
          <pc:sldMk cId="0" sldId="256"/>
        </pc:sldMkLst>
      </pc:sldChg>
      <pc:sldChg chg="modSp mod">
        <pc:chgData name="Biljana Ivanovska" userId="b45da7be-aefd-45b2-9c4c-86a34cc26954" providerId="ADAL" clId="{23D9F2C5-9227-486C-8486-98AFEBE73DC4}" dt="2026-01-08T16:26:38.683" v="4" actId="27636"/>
        <pc:sldMkLst>
          <pc:docMk/>
          <pc:sldMk cId="0" sldId="257"/>
        </pc:sldMkLst>
        <pc:spChg chg="mod">
          <ac:chgData name="Biljana Ivanovska" userId="b45da7be-aefd-45b2-9c4c-86a34cc26954" providerId="ADAL" clId="{23D9F2C5-9227-486C-8486-98AFEBE73DC4}" dt="2026-01-08T16:26:38.683" v="4" actId="27636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Biljana Ivanovska" userId="b45da7be-aefd-45b2-9c4c-86a34cc26954" providerId="ADAL" clId="{23D9F2C5-9227-486C-8486-98AFEBE73DC4}" dt="2026-01-08T16:26:38.708" v="5" actId="27636"/>
        <pc:sldMkLst>
          <pc:docMk/>
          <pc:sldMk cId="0" sldId="259"/>
        </pc:sldMkLst>
        <pc:spChg chg="mod">
          <ac:chgData name="Biljana Ivanovska" userId="b45da7be-aefd-45b2-9c4c-86a34cc26954" providerId="ADAL" clId="{23D9F2C5-9227-486C-8486-98AFEBE73DC4}" dt="2026-01-08T16:26:38.708" v="5" actId="27636"/>
          <ac:spMkLst>
            <pc:docMk/>
            <pc:sldMk cId="0" sldId="259"/>
            <ac:spMk id="2" creationId="{00000000-0000-0000-0000-000000000000}"/>
          </ac:spMkLst>
        </pc:spChg>
      </pc:sldChg>
      <pc:sldChg chg="addSp modSp new mod">
        <pc:chgData name="Biljana Ivanovska" userId="b45da7be-aefd-45b2-9c4c-86a34cc26954" providerId="ADAL" clId="{23D9F2C5-9227-486C-8486-98AFEBE73DC4}" dt="2026-01-08T16:27:15.974" v="18" actId="255"/>
        <pc:sldMkLst>
          <pc:docMk/>
          <pc:sldMk cId="1614537325" sldId="266"/>
        </pc:sldMkLst>
        <pc:spChg chg="add mod">
          <ac:chgData name="Biljana Ivanovska" userId="b45da7be-aefd-45b2-9c4c-86a34cc26954" providerId="ADAL" clId="{23D9F2C5-9227-486C-8486-98AFEBE73DC4}" dt="2026-01-08T16:27:15.974" v="18" actId="255"/>
          <ac:spMkLst>
            <pc:docMk/>
            <pc:sldMk cId="1614537325" sldId="266"/>
            <ac:spMk id="5" creationId="{EB9E57D8-F7AA-43E4-9A4F-15244F8C8D0B}"/>
          </ac:spMkLst>
        </pc:spChg>
        <pc:picChg chg="add mod">
          <ac:chgData name="Biljana Ivanovska" userId="b45da7be-aefd-45b2-9c4c-86a34cc26954" providerId="ADAL" clId="{23D9F2C5-9227-486C-8486-98AFEBE73DC4}" dt="2026-01-08T16:26:49.128" v="9" actId="1076"/>
          <ac:picMkLst>
            <pc:docMk/>
            <pc:sldMk cId="1614537325" sldId="266"/>
            <ac:picMk id="4" creationId="{E9CA119D-4C88-453D-9D56-46A4D170CBE2}"/>
          </ac:picMkLst>
        </pc:picChg>
      </pc:sldChg>
    </pc:docChg>
  </pc:docChgLst>
  <pc:docChgLst>
    <pc:chgData name="Biljana Ivanovska" userId="b45da7be-aefd-45b2-9c4c-86a34cc26954" providerId="ADAL" clId="{3A0C53F7-E046-46F3-ADA8-113AD824C7B7}"/>
    <pc:docChg chg="modSld">
      <pc:chgData name="Biljana Ivanovska" userId="b45da7be-aefd-45b2-9c4c-86a34cc26954" providerId="ADAL" clId="{3A0C53F7-E046-46F3-ADA8-113AD824C7B7}" dt="2026-01-08T16:06:38.032" v="5" actId="20577"/>
      <pc:docMkLst>
        <pc:docMk/>
      </pc:docMkLst>
      <pc:sldChg chg="modSp mod">
        <pc:chgData name="Biljana Ivanovska" userId="b45da7be-aefd-45b2-9c4c-86a34cc26954" providerId="ADAL" clId="{3A0C53F7-E046-46F3-ADA8-113AD824C7B7}" dt="2026-01-08T16:06:27.633" v="1" actId="20577"/>
        <pc:sldMkLst>
          <pc:docMk/>
          <pc:sldMk cId="0" sldId="259"/>
        </pc:sldMkLst>
        <pc:spChg chg="mod">
          <ac:chgData name="Biljana Ivanovska" userId="b45da7be-aefd-45b2-9c4c-86a34cc26954" providerId="ADAL" clId="{3A0C53F7-E046-46F3-ADA8-113AD824C7B7}" dt="2026-01-08T16:06:27.633" v="1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Biljana Ivanovska" userId="b45da7be-aefd-45b2-9c4c-86a34cc26954" providerId="ADAL" clId="{3A0C53F7-E046-46F3-ADA8-113AD824C7B7}" dt="2026-01-08T16:06:33.919" v="3" actId="20577"/>
        <pc:sldMkLst>
          <pc:docMk/>
          <pc:sldMk cId="0" sldId="260"/>
        </pc:sldMkLst>
        <pc:spChg chg="mod">
          <ac:chgData name="Biljana Ivanovska" userId="b45da7be-aefd-45b2-9c4c-86a34cc26954" providerId="ADAL" clId="{3A0C53F7-E046-46F3-ADA8-113AD824C7B7}" dt="2026-01-08T16:06:33.919" v="3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Biljana Ivanovska" userId="b45da7be-aefd-45b2-9c4c-86a34cc26954" providerId="ADAL" clId="{3A0C53F7-E046-46F3-ADA8-113AD824C7B7}" dt="2026-01-08T16:06:38.032" v="5" actId="20577"/>
        <pc:sldMkLst>
          <pc:docMk/>
          <pc:sldMk cId="0" sldId="261"/>
        </pc:sldMkLst>
        <pc:spChg chg="mod">
          <ac:chgData name="Biljana Ivanovska" userId="b45da7be-aefd-45b2-9c4c-86a34cc26954" providerId="ADAL" clId="{3A0C53F7-E046-46F3-ADA8-113AD824C7B7}" dt="2026-01-08T16:06:38.032" v="5" actId="20577"/>
          <ac:spMkLst>
            <pc:docMk/>
            <pc:sldMk cId="0" sldId="261"/>
            <ac:spMk id="3" creationId="{00000000-0000-0000-0000-000000000000}"/>
          </ac:spMkLst>
        </pc:spChg>
      </pc:sldChg>
    </pc:docChg>
  </pc:docChgLst>
  <pc:docChgLst>
    <pc:chgData name="Biljana Ivanovska" userId="b45da7be-aefd-45b2-9c4c-86a34cc26954" providerId="ADAL" clId="{B7801148-AC02-48EE-B938-790054970E59}"/>
    <pc:docChg chg="custSel modSld">
      <pc:chgData name="Biljana Ivanovska" userId="b45da7be-aefd-45b2-9c4c-86a34cc26954" providerId="ADAL" clId="{B7801148-AC02-48EE-B938-790054970E59}" dt="2026-01-08T16:01:58.407" v="5" actId="20577"/>
      <pc:docMkLst>
        <pc:docMk/>
      </pc:docMkLst>
      <pc:sldChg chg="modSp mod">
        <pc:chgData name="Biljana Ivanovska" userId="b45da7be-aefd-45b2-9c4c-86a34cc26954" providerId="ADAL" clId="{B7801148-AC02-48EE-B938-790054970E59}" dt="2026-01-08T16:01:54.143" v="3" actId="20577"/>
        <pc:sldMkLst>
          <pc:docMk/>
          <pc:sldMk cId="0" sldId="256"/>
        </pc:sldMkLst>
        <pc:spChg chg="mod">
          <ac:chgData name="Biljana Ivanovska" userId="b45da7be-aefd-45b2-9c4c-86a34cc26954" providerId="ADAL" clId="{B7801148-AC02-48EE-B938-790054970E59}" dt="2026-01-08T16:01:50.004" v="1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iljana Ivanovska" userId="b45da7be-aefd-45b2-9c4c-86a34cc26954" providerId="ADAL" clId="{B7801148-AC02-48EE-B938-790054970E59}" dt="2026-01-08T16:01:54.143" v="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iljana Ivanovska" userId="b45da7be-aefd-45b2-9c4c-86a34cc26954" providerId="ADAL" clId="{B7801148-AC02-48EE-B938-790054970E59}" dt="2026-01-08T16:01:58.407" v="5" actId="20577"/>
        <pc:sldMkLst>
          <pc:docMk/>
          <pc:sldMk cId="0" sldId="257"/>
        </pc:sldMkLst>
        <pc:spChg chg="mod">
          <ac:chgData name="Biljana Ivanovska" userId="b45da7be-aefd-45b2-9c4c-86a34cc26954" providerId="ADAL" clId="{B7801148-AC02-48EE-B938-790054970E59}" dt="2026-01-08T16:01:58.407" v="5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  <pc:docChgLst>
    <pc:chgData name="Biljana Ivanovska" userId="b45da7be-aefd-45b2-9c4c-86a34cc26954" providerId="ADAL" clId="{A0DA5E37-02BA-4A38-BFB8-3B3AA6E462B3}"/>
    <pc:docChg chg="custSel addSld modSld">
      <pc:chgData name="Biljana Ivanovska" userId="b45da7be-aefd-45b2-9c4c-86a34cc26954" providerId="ADAL" clId="{A0DA5E37-02BA-4A38-BFB8-3B3AA6E462B3}" dt="2026-01-08T21:29:33.221" v="24" actId="20577"/>
      <pc:docMkLst>
        <pc:docMk/>
      </pc:docMkLst>
      <pc:sldChg chg="modSp mod">
        <pc:chgData name="Biljana Ivanovska" userId="b45da7be-aefd-45b2-9c4c-86a34cc26954" providerId="ADAL" clId="{A0DA5E37-02BA-4A38-BFB8-3B3AA6E462B3}" dt="2026-01-08T21:26:39.251" v="1" actId="20577"/>
        <pc:sldMkLst>
          <pc:docMk/>
          <pc:sldMk cId="0" sldId="262"/>
        </pc:sldMkLst>
        <pc:spChg chg="mod">
          <ac:chgData name="Biljana Ivanovska" userId="b45da7be-aefd-45b2-9c4c-86a34cc26954" providerId="ADAL" clId="{A0DA5E37-02BA-4A38-BFB8-3B3AA6E462B3}" dt="2026-01-08T21:26:39.251" v="1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Biljana Ivanovska" userId="b45da7be-aefd-45b2-9c4c-86a34cc26954" providerId="ADAL" clId="{A0DA5E37-02BA-4A38-BFB8-3B3AA6E462B3}" dt="2026-01-08T21:29:23.473" v="20" actId="20577"/>
        <pc:sldMkLst>
          <pc:docMk/>
          <pc:sldMk cId="0" sldId="263"/>
        </pc:sldMkLst>
        <pc:spChg chg="mod">
          <ac:chgData name="Biljana Ivanovska" userId="b45da7be-aefd-45b2-9c4c-86a34cc26954" providerId="ADAL" clId="{A0DA5E37-02BA-4A38-BFB8-3B3AA6E462B3}" dt="2026-01-08T21:29:23.473" v="20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Biljana Ivanovska" userId="b45da7be-aefd-45b2-9c4c-86a34cc26954" providerId="ADAL" clId="{A0DA5E37-02BA-4A38-BFB8-3B3AA6E462B3}" dt="2026-01-08T21:29:28.879" v="22" actId="20577"/>
        <pc:sldMkLst>
          <pc:docMk/>
          <pc:sldMk cId="0" sldId="264"/>
        </pc:sldMkLst>
        <pc:spChg chg="mod">
          <ac:chgData name="Biljana Ivanovska" userId="b45da7be-aefd-45b2-9c4c-86a34cc26954" providerId="ADAL" clId="{A0DA5E37-02BA-4A38-BFB8-3B3AA6E462B3}" dt="2026-01-08T21:29:28.879" v="2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Biljana Ivanovska" userId="b45da7be-aefd-45b2-9c4c-86a34cc26954" providerId="ADAL" clId="{A0DA5E37-02BA-4A38-BFB8-3B3AA6E462B3}" dt="2026-01-08T21:29:33.221" v="24" actId="20577"/>
        <pc:sldMkLst>
          <pc:docMk/>
          <pc:sldMk cId="0" sldId="265"/>
        </pc:sldMkLst>
        <pc:spChg chg="mod">
          <ac:chgData name="Biljana Ivanovska" userId="b45da7be-aefd-45b2-9c4c-86a34cc26954" providerId="ADAL" clId="{A0DA5E37-02BA-4A38-BFB8-3B3AA6E462B3}" dt="2026-01-08T21:29:33.221" v="24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Biljana Ivanovska" userId="b45da7be-aefd-45b2-9c4c-86a34cc26954" providerId="ADAL" clId="{A0DA5E37-02BA-4A38-BFB8-3B3AA6E462B3}" dt="2026-01-08T21:25:54.109" v="0" actId="20577"/>
        <pc:sldMkLst>
          <pc:docMk/>
          <pc:sldMk cId="1614537325" sldId="266"/>
        </pc:sldMkLst>
        <pc:spChg chg="mod">
          <ac:chgData name="Biljana Ivanovska" userId="b45da7be-aefd-45b2-9c4c-86a34cc26954" providerId="ADAL" clId="{A0DA5E37-02BA-4A38-BFB8-3B3AA6E462B3}" dt="2026-01-08T21:25:54.109" v="0" actId="20577"/>
          <ac:spMkLst>
            <pc:docMk/>
            <pc:sldMk cId="1614537325" sldId="266"/>
            <ac:spMk id="5" creationId="{EB9E57D8-F7AA-43E4-9A4F-15244F8C8D0B}"/>
          </ac:spMkLst>
        </pc:spChg>
      </pc:sldChg>
      <pc:sldChg chg="addSp delSp modSp new mod">
        <pc:chgData name="Biljana Ivanovska" userId="b45da7be-aefd-45b2-9c4c-86a34cc26954" providerId="ADAL" clId="{A0DA5E37-02BA-4A38-BFB8-3B3AA6E462B3}" dt="2026-01-08T21:29:19.094" v="18" actId="123"/>
        <pc:sldMkLst>
          <pc:docMk/>
          <pc:sldMk cId="311718054" sldId="267"/>
        </pc:sldMkLst>
        <pc:spChg chg="del">
          <ac:chgData name="Biljana Ivanovska" userId="b45da7be-aefd-45b2-9c4c-86a34cc26954" providerId="ADAL" clId="{A0DA5E37-02BA-4A38-BFB8-3B3AA6E462B3}" dt="2026-01-08T21:28:48.579" v="7" actId="478"/>
          <ac:spMkLst>
            <pc:docMk/>
            <pc:sldMk cId="311718054" sldId="267"/>
            <ac:spMk id="2" creationId="{E83F795E-33D3-4CD1-9834-8EC51A62BE3D}"/>
          </ac:spMkLst>
        </pc:spChg>
        <pc:spChg chg="del">
          <ac:chgData name="Biljana Ivanovska" userId="b45da7be-aefd-45b2-9c4c-86a34cc26954" providerId="ADAL" clId="{A0DA5E37-02BA-4A38-BFB8-3B3AA6E462B3}" dt="2026-01-08T21:28:03.629" v="3"/>
          <ac:spMkLst>
            <pc:docMk/>
            <pc:sldMk cId="311718054" sldId="267"/>
            <ac:spMk id="3" creationId="{3762C914-A5AA-48D4-AE53-203FA5668E6E}"/>
          </ac:spMkLst>
        </pc:spChg>
        <pc:spChg chg="add mod">
          <ac:chgData name="Biljana Ivanovska" userId="b45da7be-aefd-45b2-9c4c-86a34cc26954" providerId="ADAL" clId="{A0DA5E37-02BA-4A38-BFB8-3B3AA6E462B3}" dt="2026-01-08T21:29:19.094" v="18" actId="123"/>
          <ac:spMkLst>
            <pc:docMk/>
            <pc:sldMk cId="311718054" sldId="267"/>
            <ac:spMk id="4" creationId="{2A92C460-DB7F-4F2B-A0D4-D1B77D2453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C8037-0ED7-4053-AC53-2D648C9B0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mk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FEFCD-9116-4D58-AE5A-33D207C09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mk-MK"/>
          </a:p>
        </p:txBody>
      </p:sp>
      <p:pic>
        <p:nvPicPr>
          <p:cNvPr id="4" name="Picture 3" descr="A picture containing large, sitting, white, numbers">
            <a:extLst>
              <a:ext uri="{FF2B5EF4-FFF2-40B4-BE49-F238E27FC236}">
                <a16:creationId xmlns:a16="http://schemas.microsoft.com/office/drawing/2014/main" id="{E9CA119D-4C88-453D-9D56-46A4D170CB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36009" y="105104"/>
            <a:ext cx="12191356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9E57D8-F7AA-43E4-9A4F-15244F8C8D0B}"/>
              </a:ext>
            </a:extLst>
          </p:cNvPr>
          <p:cNvSpPr/>
          <p:nvPr/>
        </p:nvSpPr>
        <p:spPr>
          <a:xfrm>
            <a:off x="6810703" y="3258207"/>
            <a:ext cx="4845269" cy="18498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MODUL  1</a:t>
            </a:r>
            <a:endParaRPr lang="mk-MK" sz="4400" dirty="0"/>
          </a:p>
        </p:txBody>
      </p:sp>
    </p:spTree>
    <p:extLst>
      <p:ext uri="{BB962C8B-B14F-4D97-AF65-F5344CB8AC3E}">
        <p14:creationId xmlns:p14="http://schemas.microsoft.com/office/powerpoint/2010/main" val="1614537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Interkulturelle</a:t>
            </a:r>
            <a:r>
              <a:rPr dirty="0"/>
              <a:t> </a:t>
            </a:r>
            <a:r>
              <a:rPr dirty="0" err="1"/>
              <a:t>Pragmatik</a:t>
            </a:r>
            <a:r>
              <a:rPr dirty="0"/>
              <a:t> – </a:t>
            </a:r>
            <a:r>
              <a:rPr dirty="0" err="1"/>
              <a:t>Allgemein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Diese Präsentation ist für eine akademische Lehrveranstaltung im Rahmen eines Moduls für Germanistikstudierende konzipiert.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Begriff der interkulturellen Pragmatik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/>
          </a:p>
          <a:p>
            <a:r>
              <a:t>Die </a:t>
            </a:r>
            <a:r>
              <a:rPr dirty="0" err="1"/>
              <a:t>interkulturelle</a:t>
            </a:r>
            <a:r>
              <a:rPr dirty="0"/>
              <a:t> </a:t>
            </a:r>
            <a:r>
              <a:rPr dirty="0" err="1"/>
              <a:t>Pragmatik</a:t>
            </a:r>
            <a:r>
              <a:rPr dirty="0"/>
              <a:t> </a:t>
            </a:r>
            <a:r>
              <a:rPr dirty="0" err="1"/>
              <a:t>befasst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der </a:t>
            </a:r>
            <a:r>
              <a:rPr dirty="0" err="1"/>
              <a:t>Verwendung</a:t>
            </a:r>
            <a:r>
              <a:rPr dirty="0"/>
              <a:t> und Interpretation von </a:t>
            </a:r>
            <a:r>
              <a:rPr dirty="0" err="1"/>
              <a:t>Sprache</a:t>
            </a:r>
            <a:r>
              <a:rPr dirty="0"/>
              <a:t> in </a:t>
            </a:r>
            <a:r>
              <a:rPr dirty="0" err="1"/>
              <a:t>interkulturellen</a:t>
            </a:r>
            <a:r>
              <a:rPr dirty="0"/>
              <a:t> </a:t>
            </a:r>
            <a:r>
              <a:rPr dirty="0" err="1"/>
              <a:t>Kontexten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Zentrale Fragestellungen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Sie untersucht, wie kulturelle Normen kommunikative Erwartungen und sprachliche Strategien beeinflussen.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Sprache, Kultur und Kommunikation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dirty="0" err="1"/>
              <a:t>Kommunikation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kulturell</a:t>
            </a:r>
            <a:r>
              <a:rPr dirty="0"/>
              <a:t> </a:t>
            </a:r>
            <a:r>
              <a:rPr dirty="0" err="1"/>
              <a:t>geprägt</a:t>
            </a:r>
            <a:r>
              <a:rPr dirty="0"/>
              <a:t>, da </a:t>
            </a:r>
            <a:r>
              <a:rPr dirty="0" err="1"/>
              <a:t>Werte</a:t>
            </a:r>
            <a:r>
              <a:rPr dirty="0"/>
              <a:t>, </a:t>
            </a:r>
            <a:r>
              <a:rPr dirty="0" err="1"/>
              <a:t>Normen</a:t>
            </a:r>
            <a:r>
              <a:rPr dirty="0"/>
              <a:t> und </a:t>
            </a:r>
            <a:r>
              <a:rPr dirty="0" err="1"/>
              <a:t>soziale</a:t>
            </a:r>
            <a:r>
              <a:rPr dirty="0"/>
              <a:t> Rollen </a:t>
            </a:r>
            <a:r>
              <a:rPr dirty="0" err="1"/>
              <a:t>sprachliches</a:t>
            </a:r>
            <a:r>
              <a:rPr dirty="0"/>
              <a:t> </a:t>
            </a:r>
            <a:r>
              <a:rPr dirty="0" err="1"/>
              <a:t>Handeln</a:t>
            </a:r>
            <a:r>
              <a:rPr dirty="0"/>
              <a:t> </a:t>
            </a:r>
            <a:r>
              <a:rPr dirty="0" err="1"/>
              <a:t>steuern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Bedeutung des Kontextes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dirty="0"/>
              <a:t>Der </a:t>
            </a:r>
            <a:r>
              <a:rPr dirty="0" err="1"/>
              <a:t>soziale</a:t>
            </a:r>
            <a:r>
              <a:rPr dirty="0"/>
              <a:t> und </a:t>
            </a:r>
            <a:r>
              <a:rPr dirty="0" err="1"/>
              <a:t>kulturelle</a:t>
            </a:r>
            <a:r>
              <a:rPr dirty="0"/>
              <a:t> </a:t>
            </a:r>
            <a:r>
              <a:rPr dirty="0" err="1"/>
              <a:t>Kontext</a:t>
            </a:r>
            <a:r>
              <a:rPr dirty="0"/>
              <a:t> </a:t>
            </a:r>
            <a:r>
              <a:rPr dirty="0" err="1"/>
              <a:t>spielt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entscheidende</a:t>
            </a:r>
            <a:r>
              <a:rPr dirty="0"/>
              <a:t> Rolle </a:t>
            </a:r>
            <a:r>
              <a:rPr dirty="0" err="1"/>
              <a:t>für</a:t>
            </a:r>
            <a:r>
              <a:rPr dirty="0"/>
              <a:t> die Interpretation von </a:t>
            </a:r>
            <a:r>
              <a:rPr dirty="0" err="1"/>
              <a:t>Äußerungen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Sprechakte im Kulturvergleich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dirty="0" err="1"/>
              <a:t>Sprechakte</a:t>
            </a:r>
            <a:r>
              <a:rPr dirty="0"/>
              <a:t> </a:t>
            </a:r>
            <a:r>
              <a:rPr dirty="0" err="1"/>
              <a:t>wie</a:t>
            </a:r>
            <a:r>
              <a:rPr dirty="0"/>
              <a:t> Bitten, Dank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Beschwerden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in </a:t>
            </a:r>
            <a:r>
              <a:rPr dirty="0" err="1"/>
              <a:t>verschiedenen</a:t>
            </a:r>
            <a:r>
              <a:rPr dirty="0"/>
              <a:t> </a:t>
            </a:r>
            <a:r>
              <a:rPr dirty="0" err="1"/>
              <a:t>Kulturen</a:t>
            </a:r>
            <a:r>
              <a:rPr dirty="0"/>
              <a:t> </a:t>
            </a:r>
            <a:r>
              <a:rPr dirty="0" err="1"/>
              <a:t>unterschiedlich</a:t>
            </a:r>
            <a:r>
              <a:rPr dirty="0"/>
              <a:t> </a:t>
            </a:r>
            <a:r>
              <a:rPr dirty="0" err="1"/>
              <a:t>realisiert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Höflichkeitsstrategien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r>
              <a:rPr dirty="0" err="1"/>
              <a:t>Unterschiedliche</a:t>
            </a:r>
            <a:r>
              <a:rPr dirty="0"/>
              <a:t> </a:t>
            </a:r>
            <a:r>
              <a:rPr dirty="0" err="1"/>
              <a:t>Kulturen</a:t>
            </a:r>
            <a:r>
              <a:rPr dirty="0"/>
              <a:t> </a:t>
            </a:r>
            <a:r>
              <a:rPr dirty="0" err="1"/>
              <a:t>bevorzugen</a:t>
            </a:r>
            <a:r>
              <a:rPr dirty="0"/>
              <a:t> </a:t>
            </a:r>
            <a:r>
              <a:rPr dirty="0" err="1"/>
              <a:t>unterschiedliche</a:t>
            </a:r>
            <a:r>
              <a:rPr dirty="0"/>
              <a:t> </a:t>
            </a:r>
            <a:r>
              <a:rPr dirty="0" err="1"/>
              <a:t>Formen</a:t>
            </a:r>
            <a:r>
              <a:rPr dirty="0"/>
              <a:t> von </a:t>
            </a:r>
            <a:r>
              <a:rPr dirty="0" err="1"/>
              <a:t>positiver</a:t>
            </a:r>
            <a:r>
              <a:rPr dirty="0"/>
              <a:t> und </a:t>
            </a:r>
            <a:r>
              <a:rPr dirty="0" err="1"/>
              <a:t>negativer</a:t>
            </a:r>
            <a:r>
              <a:rPr dirty="0"/>
              <a:t> </a:t>
            </a:r>
            <a:r>
              <a:rPr dirty="0" err="1"/>
              <a:t>Höflichkeit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A92C460-DB7F-4F2B-A0D4-D1B77D245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800806"/>
            <a:ext cx="8476593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Japan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indirekte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Bitten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Höflichkeitsfloskeln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werden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sehr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geschätzt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mk-M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mk-MK" altLang="mk-M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USA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direkte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Kommunikation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akzeptiert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gilt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als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freundlich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mk-M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mk-MK" altLang="mk-M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Deutschland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zeigt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Respekt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häufig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durch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formelle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Anrede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Distanz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mk-M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mk-MK" altLang="mk-M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Italien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werden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emotionale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warme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Ausdrucksweisen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als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höflich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empfunden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mk-M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mk-MK" altLang="mk-M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Skandinavien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wird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Gleichheit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Zurückhaltung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der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Sprache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als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höflich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betrachtet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71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Direktheit vs. Indirektheit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dirty="0" err="1"/>
              <a:t>Direkte</a:t>
            </a:r>
            <a:r>
              <a:rPr dirty="0"/>
              <a:t> </a:t>
            </a:r>
            <a:r>
              <a:rPr dirty="0" err="1"/>
              <a:t>Kommunikation</a:t>
            </a:r>
            <a:r>
              <a:rPr dirty="0"/>
              <a:t> gilt </a:t>
            </a:r>
            <a:r>
              <a:rPr dirty="0" err="1"/>
              <a:t>nicht</a:t>
            </a:r>
            <a:r>
              <a:rPr dirty="0"/>
              <a:t> in </a:t>
            </a:r>
            <a:r>
              <a:rPr dirty="0" err="1"/>
              <a:t>allen</a:t>
            </a:r>
            <a:r>
              <a:rPr dirty="0"/>
              <a:t> </a:t>
            </a:r>
            <a:r>
              <a:rPr dirty="0" err="1"/>
              <a:t>Kulturen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angemessen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höflich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Interkulturelle Missverständnisse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dirty="0" err="1"/>
              <a:t>Missverständnisse</a:t>
            </a:r>
            <a:r>
              <a:rPr dirty="0"/>
              <a:t> </a:t>
            </a:r>
            <a:r>
              <a:rPr dirty="0" err="1"/>
              <a:t>entstehen</a:t>
            </a:r>
            <a:r>
              <a:rPr dirty="0"/>
              <a:t> </a:t>
            </a:r>
            <a:r>
              <a:rPr dirty="0" err="1"/>
              <a:t>häufig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</a:t>
            </a:r>
            <a:r>
              <a:rPr dirty="0" err="1"/>
              <a:t>unterschiedliche</a:t>
            </a:r>
            <a:r>
              <a:rPr dirty="0"/>
              <a:t> </a:t>
            </a:r>
            <a:r>
              <a:rPr dirty="0" err="1"/>
              <a:t>pragmatische</a:t>
            </a:r>
            <a:r>
              <a:rPr dirty="0"/>
              <a:t> </a:t>
            </a:r>
            <a:r>
              <a:rPr dirty="0" err="1"/>
              <a:t>Normen</a:t>
            </a:r>
            <a:r>
              <a:rPr dirty="0"/>
              <a:t> und </a:t>
            </a:r>
            <a:r>
              <a:rPr dirty="0" err="1"/>
              <a:t>Erwartungen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Relevanz für Studium und Lehre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/>
          </a:p>
          <a:p>
            <a:r>
              <a:t>Interkulturelle</a:t>
            </a:r>
            <a:r>
              <a:rPr dirty="0"/>
              <a:t> </a:t>
            </a:r>
            <a:r>
              <a:rPr dirty="0" err="1"/>
              <a:t>pragmatische</a:t>
            </a:r>
            <a:r>
              <a:rPr dirty="0"/>
              <a:t> </a:t>
            </a:r>
            <a:r>
              <a:rPr dirty="0" err="1"/>
              <a:t>Kompetenz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Schlüsselqualifikation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akademischen</a:t>
            </a:r>
            <a:r>
              <a:rPr dirty="0"/>
              <a:t> und </a:t>
            </a:r>
            <a:r>
              <a:rPr dirty="0" err="1"/>
              <a:t>beruflichen</a:t>
            </a:r>
            <a:r>
              <a:rPr dirty="0"/>
              <a:t> </a:t>
            </a:r>
            <a:r>
              <a:rPr dirty="0" err="1"/>
              <a:t>Kontext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On-screen Show (4:3)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Interkulturelle Pragmatik – Allgemein </vt:lpstr>
      <vt:lpstr>Begriff der interkulturellen Pragmatik</vt:lpstr>
      <vt:lpstr>Zentrale Fragestellungen</vt:lpstr>
      <vt:lpstr>Sprache, Kultur und Kommunikation</vt:lpstr>
      <vt:lpstr>Bedeutung des Kontextes</vt:lpstr>
      <vt:lpstr>Sprechakte im Kulturvergleich</vt:lpstr>
      <vt:lpstr>Höflichkeitsstrategien</vt:lpstr>
      <vt:lpstr>PowerPoint Presentation</vt:lpstr>
      <vt:lpstr>Direktheit vs. Indirektheit</vt:lpstr>
      <vt:lpstr>Interkulturelle Missverständnisse</vt:lpstr>
      <vt:lpstr>Relevanz für Studium und Lehre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Interkulturelle Pragmatik – Allgemein</dc:title>
  <dc:subject/>
  <dc:creator>Biljana Ivanovska</dc:creator>
  <cp:keywords/>
  <dc:description>generated using python-pptx</dc:description>
  <cp:lastModifiedBy>ppppp</cp:lastModifiedBy>
  <cp:revision>2</cp:revision>
  <dcterms:created xsi:type="dcterms:W3CDTF">2013-01-27T09:14:16Z</dcterms:created>
  <dcterms:modified xsi:type="dcterms:W3CDTF">2026-01-08T21:29:37Z</dcterms:modified>
  <cp:category/>
</cp:coreProperties>
</file>