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jana Ivanovska" userId="b45da7be-aefd-45b2-9c4c-86a34cc26954" providerId="ADAL" clId="{F714E049-ADC9-4763-B52A-8175D8F11DD7}"/>
    <pc:docChg chg="modSld">
      <pc:chgData name="Biljana Ivanovska" userId="b45da7be-aefd-45b2-9c4c-86a34cc26954" providerId="ADAL" clId="{F714E049-ADC9-4763-B52A-8175D8F11DD7}" dt="2025-12-20T16:13:15.319" v="4" actId="20577"/>
      <pc:docMkLst>
        <pc:docMk/>
      </pc:docMkLst>
      <pc:sldChg chg="modSp mod">
        <pc:chgData name="Biljana Ivanovska" userId="b45da7be-aefd-45b2-9c4c-86a34cc26954" providerId="ADAL" clId="{F714E049-ADC9-4763-B52A-8175D8F11DD7}" dt="2025-12-20T16:13:15.319" v="4" actId="20577"/>
        <pc:sldMkLst>
          <pc:docMk/>
          <pc:sldMk cId="0" sldId="265"/>
        </pc:sldMkLst>
        <pc:spChg chg="mod">
          <ac:chgData name="Biljana Ivanovska" userId="b45da7be-aefd-45b2-9c4c-86a34cc26954" providerId="ADAL" clId="{F714E049-ADC9-4763-B52A-8175D8F11DD7}" dt="2025-12-20T16:13:15.319" v="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51338"/>
            <a:ext cx="7772400" cy="3034861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i="1" dirty="0" err="1"/>
              <a:t>Современи</a:t>
            </a:r>
            <a:r>
              <a:rPr i="1" dirty="0"/>
              <a:t> </a:t>
            </a:r>
            <a:r>
              <a:rPr i="1" dirty="0" err="1"/>
              <a:t>пристапи</a:t>
            </a:r>
            <a:r>
              <a:rPr i="1" dirty="0"/>
              <a:t> </a:t>
            </a:r>
            <a:r>
              <a:rPr i="1" dirty="0" err="1"/>
              <a:t>во</a:t>
            </a:r>
            <a:r>
              <a:rPr i="1" dirty="0"/>
              <a:t> </a:t>
            </a:r>
            <a:r>
              <a:rPr i="1" dirty="0" err="1"/>
              <a:t>истражувањето</a:t>
            </a:r>
            <a:r>
              <a:rPr i="1" dirty="0"/>
              <a:t> </a:t>
            </a:r>
            <a:r>
              <a:rPr i="1" dirty="0" err="1"/>
              <a:t>на</a:t>
            </a:r>
            <a:r>
              <a:rPr i="1" dirty="0"/>
              <a:t> </a:t>
            </a:r>
            <a:r>
              <a:rPr i="1" dirty="0" err="1"/>
              <a:t>интеркултурната</a:t>
            </a:r>
            <a:r>
              <a:rPr i="1" dirty="0"/>
              <a:t> </a:t>
            </a:r>
            <a:r>
              <a:rPr i="1" dirty="0" err="1"/>
              <a:t>прагматика</a:t>
            </a:r>
            <a:r>
              <a:rPr lang="mk-MK" i="1" dirty="0"/>
              <a:t> – од научни концепти до практична реализација</a:t>
            </a:r>
            <a:endParaRPr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Преглед и аналитичка рефлексија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Апстракт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Проектот истражува современи пристапи во интеркултурната прагматика и нивната примена во наставата по германски и англиски.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Фокус: културни разлики, учтивост, говорни чинови.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Применети рамки: социопрагматика, културолошка анализа, контрастивна прагматика.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Предмет на истражување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Интеркултурна прагматичка компетенција и примена во наставата.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Анализа на говорни чинови, стратегии на учтивост, културно специфични обрасци.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Споредбена анализа меѓу изучувачи и изворни говорители.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Цели на истражувањето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Интеграција на современи теории и пристапи во наставата.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Идентификација на културно специфични стратегии на комуникација.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Контрастивна анализа на меѓујазик и изворен говор.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Предлог на наставни модели за подобра интеркултурна комуникација.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Истражувачки прашања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Влијание на контекстот врз употребата на јазикот.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Развој на прагматичка компетенција кај изучувачи.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Најефикасни стратегии и методи за наставата.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Разлики во интерпретацијата на говорните чинови.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Хипотези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Експлицитните инструкции придонесуваат за развој на прагматичка свесност.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Изложеност на автентични ситуации → поголема флексибилност.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Културни модели влијаат врз интерпретацијата на учтивоста.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Активности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Развивање на теоретска основа и истражувачки алатки.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Анализа на наставни материјали и дискурси.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Идентификација на разлики во продукција и перцепција.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Резултати: монографија, трудови, научни настани.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Временска рамка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Месеци 1–6: Преглед и инструменти.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Месеци 7–12: Креирање модули.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Месеци 13–18: Анализа и тестирање.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Месеци 19–24: Издавање книга и организирање настани.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Очекувани резултати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Тестови за прагматичка компетенција.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Корпус на меѓујазик.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Наставни модули за говорни чинови.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Веб страница со материјали и резултати.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Контрастивни студии.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Перспективи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Алатки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мерење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компетенција</a:t>
            </a:r>
            <a:r>
              <a:rPr dirty="0"/>
              <a:t>.</a:t>
            </a:r>
            <a:r>
              <a:rPr lang="mk-MK"/>
              <a:t>     </a:t>
            </a: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Корпус</a:t>
            </a:r>
            <a:r>
              <a:rPr dirty="0"/>
              <a:t> </a:t>
            </a:r>
            <a:r>
              <a:rPr dirty="0" err="1"/>
              <a:t>од</a:t>
            </a:r>
            <a:r>
              <a:rPr dirty="0"/>
              <a:t> </a:t>
            </a:r>
            <a:r>
              <a:rPr dirty="0" err="1"/>
              <a:t>меѓујазик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Наставни</a:t>
            </a:r>
            <a:r>
              <a:rPr dirty="0"/>
              <a:t> </a:t>
            </a:r>
            <a:r>
              <a:rPr dirty="0" err="1"/>
              <a:t>модули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Веб</a:t>
            </a:r>
            <a:r>
              <a:rPr dirty="0"/>
              <a:t> </a:t>
            </a:r>
            <a:r>
              <a:rPr dirty="0" err="1"/>
              <a:t>страница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Публикација</a:t>
            </a:r>
            <a:r>
              <a:rPr dirty="0"/>
              <a:t> и </a:t>
            </a:r>
            <a:r>
              <a:rPr dirty="0" err="1"/>
              <a:t>научни</a:t>
            </a:r>
            <a:r>
              <a:rPr dirty="0"/>
              <a:t> </a:t>
            </a:r>
            <a:r>
              <a:rPr dirty="0" err="1"/>
              <a:t>настани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Корисно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наставници</a:t>
            </a:r>
            <a:r>
              <a:rPr dirty="0"/>
              <a:t>, </a:t>
            </a:r>
            <a:r>
              <a:rPr dirty="0" err="1"/>
              <a:t>истражувачи</a:t>
            </a:r>
            <a:r>
              <a:rPr dirty="0"/>
              <a:t>, </a:t>
            </a:r>
            <a:r>
              <a:rPr dirty="0" err="1"/>
              <a:t>студенти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Современи пристапи во истражувањето на интеркултурната прагматика – од научни концепти до практична реализација</vt:lpstr>
      <vt:lpstr>Апстракт</vt:lpstr>
      <vt:lpstr>Предмет на истражување</vt:lpstr>
      <vt:lpstr>Цели на истражувањето</vt:lpstr>
      <vt:lpstr>Истражувачки прашања</vt:lpstr>
      <vt:lpstr>Хипотези</vt:lpstr>
      <vt:lpstr>Активности</vt:lpstr>
      <vt:lpstr>Временска рамка</vt:lpstr>
      <vt:lpstr>Очекувани резултати</vt:lpstr>
      <vt:lpstr>Перспективи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Современи пристапи во истражувањето на интеркултурната прагматика – од научни концепти до практична реализација</dc:title>
  <dc:subject/>
  <dc:creator>Biljana Ivanovska</dc:creator>
  <cp:keywords/>
  <dc:description>generated using python-pptx</dc:description>
  <cp:lastModifiedBy>ppppp</cp:lastModifiedBy>
  <cp:revision>3</cp:revision>
  <dcterms:created xsi:type="dcterms:W3CDTF">2013-01-27T09:14:16Z</dcterms:created>
  <dcterms:modified xsi:type="dcterms:W3CDTF">2025-12-20T16:13:19Z</dcterms:modified>
  <cp:category/>
</cp:coreProperties>
</file>