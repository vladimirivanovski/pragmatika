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6" r:id="rId4"/>
  </p:sldMasterIdLst>
  <p:notesMasterIdLst>
    <p:notesMasterId r:id="rId24"/>
  </p:notesMasterIdLst>
  <p:handoutMasterIdLst>
    <p:handoutMasterId r:id="rId25"/>
  </p:handoutMasterIdLst>
  <p:sldIdLst>
    <p:sldId id="1638" r:id="rId5"/>
    <p:sldId id="257" r:id="rId6"/>
    <p:sldId id="259" r:id="rId7"/>
    <p:sldId id="260" r:id="rId8"/>
    <p:sldId id="261" r:id="rId9"/>
    <p:sldId id="269" r:id="rId10"/>
    <p:sldId id="263" r:id="rId11"/>
    <p:sldId id="270" r:id="rId12"/>
    <p:sldId id="1639" r:id="rId13"/>
    <p:sldId id="265" r:id="rId14"/>
    <p:sldId id="1641" r:id="rId15"/>
    <p:sldId id="266" r:id="rId16"/>
    <p:sldId id="1640" r:id="rId17"/>
    <p:sldId id="268" r:id="rId18"/>
    <p:sldId id="1643" r:id="rId19"/>
    <p:sldId id="1644" r:id="rId20"/>
    <p:sldId id="1645" r:id="rId21"/>
    <p:sldId id="1646" r:id="rId22"/>
    <p:sldId id="2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4E4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4660"/>
  </p:normalViewPr>
  <p:slideViewPr>
    <p:cSldViewPr snapToGrid="0">
      <p:cViewPr>
        <p:scale>
          <a:sx n="68" d="100"/>
          <a:sy n="68" d="100"/>
        </p:scale>
        <p:origin x="1406" y="427"/>
      </p:cViewPr>
      <p:guideLst/>
    </p:cSldViewPr>
  </p:slideViewPr>
  <p:notesTextViewPr>
    <p:cViewPr>
      <p:scale>
        <a:sx n="3" d="2"/>
        <a:sy n="3" d="2"/>
      </p:scale>
      <p:origin x="0" y="0"/>
    </p:cViewPr>
  </p:notesTextViewPr>
  <p:sorterViewPr>
    <p:cViewPr>
      <p:scale>
        <a:sx n="130" d="100"/>
        <a:sy n="130" d="100"/>
      </p:scale>
      <p:origin x="0" y="-16464"/>
    </p:cViewPr>
  </p:sorter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3/16/2026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DD6F49-EBB7-4CCF-97A8-E526BB28BB69}" type="slidenum">
              <a:rPr lang="en-US" smtClean="0"/>
              <a:t>7</a:t>
            </a:fld>
            <a:endParaRPr lang="en-US" dirty="0"/>
          </a:p>
        </p:txBody>
      </p:sp>
    </p:spTree>
    <p:extLst>
      <p:ext uri="{BB962C8B-B14F-4D97-AF65-F5344CB8AC3E}">
        <p14:creationId xmlns:p14="http://schemas.microsoft.com/office/powerpoint/2010/main" val="1761072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1">
    <p:bg>
      <p:bgPr>
        <a:solidFill>
          <a:schemeClr val="tx1"/>
        </a:solidFill>
        <a:effectLst/>
      </p:bgPr>
    </p:bg>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4D0D36FE-2517-024E-B081-D0B2295EA3FA}"/>
              </a:ext>
              <a:ext uri="{C183D7F6-B498-43B3-948B-1728B52AA6E4}">
                <adec:decorative xmlns:adec="http://schemas.microsoft.com/office/drawing/2017/decorative" val="1"/>
              </a:ext>
            </a:extLst>
          </p:cNvPr>
          <p:cNvSpPr/>
          <p:nvPr/>
        </p:nvSpPr>
        <p:spPr>
          <a:xfrm>
            <a:off x="3417864" y="760144"/>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3" name="Straight Connector 12">
            <a:extLst>
              <a:ext uri="{FF2B5EF4-FFF2-40B4-BE49-F238E27FC236}">
                <a16:creationId xmlns:a16="http://schemas.microsoft.com/office/drawing/2014/main" id="{DB3AD774-9783-18D4-7A22-0650BD37C844}"/>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014216" y="1746504"/>
            <a:ext cx="4160520" cy="1883664"/>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489704" y="4288536"/>
            <a:ext cx="3218688" cy="1316736"/>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04FFA8EE-2172-4D56-A955-977809E8E914}" type="datetime4">
              <a:rPr lang="en-US" smtClean="0"/>
              <a:t>March 16, 2026</a:t>
            </a:fld>
            <a:endParaRPr lang="en-US" dirty="0"/>
          </a:p>
        </p:txBody>
      </p:sp>
    </p:spTree>
    <p:extLst>
      <p:ext uri="{BB962C8B-B14F-4D97-AF65-F5344CB8AC3E}">
        <p14:creationId xmlns:p14="http://schemas.microsoft.com/office/powerpoint/2010/main" val="35716740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b">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t">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p>
            <a:fld id="{A2AE6C5D-24D6-447C-983C-8076C54F4633}" type="datetime4">
              <a:rPr lang="en-US" smtClean="0"/>
              <a:t>March 16, 2026</a:t>
            </a:fld>
            <a:endParaRPr lang="en-US" dirty="0"/>
          </a:p>
        </p:txBody>
      </p:sp>
    </p:spTree>
    <p:extLst>
      <p:ext uri="{BB962C8B-B14F-4D97-AF65-F5344CB8AC3E}">
        <p14:creationId xmlns:p14="http://schemas.microsoft.com/office/powerpoint/2010/main" val="1204230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3">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036142CE-648A-1FF7-D28A-1CDAA482192F}"/>
              </a:ext>
              <a:ext uri="{C183D7F6-B498-43B3-948B-1728B52AA6E4}">
                <adec:decorative xmlns:adec="http://schemas.microsoft.com/office/drawing/2017/decorative" val="1"/>
              </a:ext>
            </a:extLst>
          </p:cNvPr>
          <p:cNvCxnSpPr>
            <a:cxnSpLocks/>
          </p:cNvCxnSpPr>
          <p:nvPr/>
        </p:nvCxnSpPr>
        <p:spPr>
          <a:xfrm>
            <a:off x="5610423" y="3960586"/>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286000" y="1746504"/>
            <a:ext cx="7616952" cy="1883664"/>
          </a:xfrm>
          <a:prstGeom prst="rect">
            <a:avLst/>
          </a:prstGeom>
        </p:spPr>
        <p:txBody>
          <a:bodyPr anchor="ctr">
            <a:normAutofit/>
          </a:bodyPr>
          <a:lstStyle>
            <a:lvl1pPr algn="ctr">
              <a:lnSpc>
                <a:spcPct val="120000"/>
              </a:lnSpc>
              <a:defRPr sz="44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286000" y="4288536"/>
            <a:ext cx="7616952" cy="1042416"/>
          </a:xfrm>
          <a:prstGeom prst="rect">
            <a:avLst/>
          </a:prstGeom>
        </p:spPr>
        <p:txBody>
          <a:bodyPr anchor="ctr">
            <a:normAutofit/>
          </a:bodyPr>
          <a:lstStyle>
            <a:lvl1pPr marL="0" indent="0" algn="ctr">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Footer Placeholder 7">
            <a:extLst>
              <a:ext uri="{FF2B5EF4-FFF2-40B4-BE49-F238E27FC236}">
                <a16:creationId xmlns:a16="http://schemas.microsoft.com/office/drawing/2014/main" id="{93384EBF-3E88-4A0B-FB51-6F3F98FA7426}"/>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F9351BD1-E526-ACBD-4244-F9E89D083E69}"/>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D8F249E0-8120-4E46-8D3C-FFDE09A5C3F0}"/>
              </a:ext>
            </a:extLst>
          </p:cNvPr>
          <p:cNvSpPr>
            <a:spLocks noGrp="1"/>
          </p:cNvSpPr>
          <p:nvPr>
            <p:ph type="dt" sz="half" idx="10"/>
          </p:nvPr>
        </p:nvSpPr>
        <p:spPr>
          <a:xfrm rot="5400000">
            <a:off x="10469880" y="4892040"/>
            <a:ext cx="2670048" cy="365760"/>
          </a:xfrm>
          <a:prstGeom prst="rect">
            <a:avLst/>
          </a:prstGeom>
        </p:spPr>
        <p:txBody>
          <a:bodyPr/>
          <a:lstStyle/>
          <a:p>
            <a:fld id="{990C99E4-5640-4B3E-A97D-2F1D970847AA}" type="datetime4">
              <a:rPr lang="en-US" smtClean="0"/>
              <a:t>March 16, 2026</a:t>
            </a:fld>
            <a:endParaRPr lang="en-US" dirty="0"/>
          </a:p>
        </p:txBody>
      </p:sp>
    </p:spTree>
    <p:extLst>
      <p:ext uri="{BB962C8B-B14F-4D97-AF65-F5344CB8AC3E}">
        <p14:creationId xmlns:p14="http://schemas.microsoft.com/office/powerpoint/2010/main" val="26243090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4">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53313" y="1231637"/>
            <a:ext cx="6137453" cy="2698456"/>
          </a:xfrm>
          <a:prstGeom prst="rect">
            <a:avLst/>
          </a:prstGeom>
        </p:spPr>
        <p:txBody>
          <a:bodyPr anchor="t">
            <a:normAutofit/>
          </a:bodyPr>
          <a:lstStyle>
            <a:lvl1pPr algn="l">
              <a:lnSpc>
                <a:spcPct val="120000"/>
              </a:lnSpc>
              <a:defRPr sz="4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3315" y="5010911"/>
            <a:ext cx="6137452" cy="819302"/>
          </a:xfrm>
          <a:prstGeom prst="rect">
            <a:avLst/>
          </a:prstGeom>
        </p:spPr>
        <p:txBody>
          <a:bodyPr anchor="t">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10" name="Straight Connector 9">
            <a:extLst>
              <a:ext uri="{FF2B5EF4-FFF2-40B4-BE49-F238E27FC236}">
                <a16:creationId xmlns:a16="http://schemas.microsoft.com/office/drawing/2014/main" id="{C23037B3-8974-2599-9C16-662BA59487C4}"/>
              </a:ext>
              <a:ext uri="{C183D7F6-B498-43B3-948B-1728B52AA6E4}">
                <adec:decorative xmlns:adec="http://schemas.microsoft.com/office/drawing/2017/decorative" val="1"/>
              </a:ext>
            </a:extLst>
          </p:cNvPr>
          <p:cNvCxnSpPr>
            <a:cxnSpLocks/>
          </p:cNvCxnSpPr>
          <p:nvPr/>
        </p:nvCxnSpPr>
        <p:spPr>
          <a:xfrm>
            <a:off x="1459441" y="480458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13A0788F-C47A-4688-AAC9-8212EC625843}" type="datetime4">
              <a:rPr lang="en-US" smtClean="0"/>
              <a:t>March 16, 2026</a:t>
            </a:fld>
            <a:endParaRPr lang="en-US" dirty="0"/>
          </a:p>
        </p:txBody>
      </p:sp>
    </p:spTree>
    <p:extLst>
      <p:ext uri="{BB962C8B-B14F-4D97-AF65-F5344CB8AC3E}">
        <p14:creationId xmlns:p14="http://schemas.microsoft.com/office/powerpoint/2010/main" val="4027652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hoto 1">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9752AE3-E97E-6381-3066-90B73D6C279A}"/>
              </a:ext>
              <a:ext uri="{C183D7F6-B498-43B3-948B-1728B52AA6E4}">
                <adec:decorative xmlns:adec="http://schemas.microsoft.com/office/drawing/2017/decorative" val="1"/>
              </a:ext>
            </a:extLst>
          </p:cNvPr>
          <p:cNvSpPr/>
          <p:nvPr/>
        </p:nvSpPr>
        <p:spPr>
          <a:xfrm>
            <a:off x="762000" y="762003"/>
            <a:ext cx="10667999" cy="53339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1FC1D47-D22E-C8B6-52EE-977FA326BC59}"/>
              </a:ext>
              <a:ext uri="{C183D7F6-B498-43B3-948B-1728B52AA6E4}">
                <adec:decorative xmlns:adec="http://schemas.microsoft.com/office/drawing/2017/decorative" val="1"/>
              </a:ext>
            </a:extLst>
          </p:cNvPr>
          <p:cNvCxnSpPr>
            <a:cxnSpLocks/>
          </p:cNvCxnSpPr>
          <p:nvPr/>
        </p:nvCxnSpPr>
        <p:spPr>
          <a:xfrm>
            <a:off x="1550741" y="4572000"/>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20D13D9-271B-1B45-E2B5-49ADC53F7EFB}"/>
              </a:ext>
            </a:extLst>
          </p:cNvPr>
          <p:cNvSpPr/>
          <p:nvPr/>
        </p:nvSpPr>
        <p:spPr>
          <a:xfrm>
            <a:off x="6590056" y="1283542"/>
            <a:ext cx="4306824" cy="430682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5176"/>
            <a:ext cx="4672584" cy="2841220"/>
          </a:xfrm>
          <a:prstGeom prst="rect">
            <a:avLst/>
          </a:prstGeom>
        </p:spPr>
        <p:txBody>
          <a:bodyPr anchor="t">
            <a:normAutofit/>
          </a:bodyPr>
          <a:lstStyle>
            <a:lvl1pPr algn="l">
              <a:defRPr sz="31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45999" y="4983480"/>
            <a:ext cx="4672584" cy="786384"/>
          </a:xfrm>
          <a:prstGeom prst="rect">
            <a:avLst/>
          </a:prstGeom>
        </p:spPr>
        <p:txBody>
          <a:bodyPr anchor="t">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Picture Placeholder 20">
            <a:extLst>
              <a:ext uri="{FF2B5EF4-FFF2-40B4-BE49-F238E27FC236}">
                <a16:creationId xmlns:a16="http://schemas.microsoft.com/office/drawing/2014/main" id="{FBACAA98-741E-5E01-790D-22D994E62DDB}"/>
              </a:ext>
            </a:extLst>
          </p:cNvPr>
          <p:cNvSpPr>
            <a:spLocks noGrp="1"/>
          </p:cNvSpPr>
          <p:nvPr>
            <p:ph type="pic" sz="quarter" idx="17"/>
          </p:nvPr>
        </p:nvSpPr>
        <p:spPr>
          <a:xfrm>
            <a:off x="6581777" y="1264436"/>
            <a:ext cx="4329128" cy="4329128"/>
          </a:xfrm>
          <a:custGeom>
            <a:avLst/>
            <a:gdLst>
              <a:gd name="connsiteX0" fmla="*/ 2164564 w 4329128"/>
              <a:gd name="connsiteY0" fmla="*/ 0 h 4329128"/>
              <a:gd name="connsiteX1" fmla="*/ 4329128 w 4329128"/>
              <a:gd name="connsiteY1" fmla="*/ 2164564 h 4329128"/>
              <a:gd name="connsiteX2" fmla="*/ 2164564 w 4329128"/>
              <a:gd name="connsiteY2" fmla="*/ 4329128 h 4329128"/>
              <a:gd name="connsiteX3" fmla="*/ 0 w 4329128"/>
              <a:gd name="connsiteY3" fmla="*/ 2164564 h 4329128"/>
              <a:gd name="connsiteX4" fmla="*/ 2164564 w 4329128"/>
              <a:gd name="connsiteY4" fmla="*/ 0 h 4329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29128" h="4329128">
                <a:moveTo>
                  <a:pt x="2164564" y="0"/>
                </a:moveTo>
                <a:cubicBezTo>
                  <a:pt x="3360020" y="0"/>
                  <a:pt x="4329128" y="969108"/>
                  <a:pt x="4329128" y="2164564"/>
                </a:cubicBezTo>
                <a:cubicBezTo>
                  <a:pt x="4329128" y="3360020"/>
                  <a:pt x="3360020" y="4329128"/>
                  <a:pt x="2164564" y="4329128"/>
                </a:cubicBezTo>
                <a:cubicBezTo>
                  <a:pt x="969108" y="4329128"/>
                  <a:pt x="0" y="3360020"/>
                  <a:pt x="0" y="2164564"/>
                </a:cubicBezTo>
                <a:cubicBezTo>
                  <a:pt x="0" y="969108"/>
                  <a:pt x="969108" y="0"/>
                  <a:pt x="2164564" y="0"/>
                </a:cubicBezTo>
                <a:close/>
              </a:path>
            </a:pathLst>
          </a:custGeo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wrap="square">
            <a:noAutofit/>
          </a:bodyPr>
          <a:lstStyle/>
          <a:p>
            <a:r>
              <a:rPr lang="en-US" dirty="0"/>
              <a:t>Click icon to add picture</a:t>
            </a:r>
          </a:p>
        </p:txBody>
      </p:sp>
      <p:sp>
        <p:nvSpPr>
          <p:cNvPr id="5" name="Footer Placeholder 4">
            <a:extLst>
              <a:ext uri="{FF2B5EF4-FFF2-40B4-BE49-F238E27FC236}">
                <a16:creationId xmlns:a16="http://schemas.microsoft.com/office/drawing/2014/main" id="{1CC8C939-7FAD-347B-1591-43D9B3231526}"/>
              </a:ext>
            </a:extLst>
          </p:cNvPr>
          <p:cNvSpPr>
            <a:spLocks noGrp="1"/>
          </p:cNvSpPr>
          <p:nvPr>
            <p:ph type="ftr" sz="quarter" idx="19"/>
          </p:nvPr>
        </p:nvSpPr>
        <p:spPr/>
        <p:txBody>
          <a:bodyPr/>
          <a:lstStyle/>
          <a:p>
            <a:pPr algn="r"/>
            <a:r>
              <a:rPr lang="en-US" dirty="0"/>
              <a:t>Sample Footer Text</a:t>
            </a:r>
          </a:p>
        </p:txBody>
      </p:sp>
      <p:sp>
        <p:nvSpPr>
          <p:cNvPr id="6" name="Slide Number Placeholder 5">
            <a:extLst>
              <a:ext uri="{FF2B5EF4-FFF2-40B4-BE49-F238E27FC236}">
                <a16:creationId xmlns:a16="http://schemas.microsoft.com/office/drawing/2014/main" id="{85AAACDE-68BE-0B6C-22AE-1B3B232E2964}"/>
              </a:ext>
            </a:extLst>
          </p:cNvPr>
          <p:cNvSpPr>
            <a:spLocks noGrp="1"/>
          </p:cNvSpPr>
          <p:nvPr>
            <p:ph type="sldNum" sz="quarter" idx="20"/>
          </p:nvPr>
        </p:nvSpPr>
        <p:spPr/>
        <p:txBody>
          <a:body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AFD31B72-8374-965C-518F-8B0878FD79D0}"/>
              </a:ext>
            </a:extLst>
          </p:cNvPr>
          <p:cNvSpPr>
            <a:spLocks noGrp="1"/>
          </p:cNvSpPr>
          <p:nvPr>
            <p:ph type="dt" sz="half" idx="18"/>
          </p:nvPr>
        </p:nvSpPr>
        <p:spPr/>
        <p:txBody>
          <a:bodyPr/>
          <a:lstStyle/>
          <a:p>
            <a:fld id="{05861B11-817A-478B-9F27-B7D56C03E9A1}" type="datetime4">
              <a:rPr lang="en-US" smtClean="0"/>
              <a:t>March 16, 2026</a:t>
            </a:fld>
            <a:endParaRPr lang="en-US" dirty="0"/>
          </a:p>
        </p:txBody>
      </p:sp>
    </p:spTree>
    <p:extLst>
      <p:ext uri="{BB962C8B-B14F-4D97-AF65-F5344CB8AC3E}">
        <p14:creationId xmlns:p14="http://schemas.microsoft.com/office/powerpoint/2010/main" val="28253675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hoto 2">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C940CC8-5401-3EF9-398C-2A2492181116}"/>
              </a:ext>
              <a:ext uri="{C183D7F6-B498-43B3-948B-1728B52AA6E4}">
                <adec:decorative xmlns:adec="http://schemas.microsoft.com/office/drawing/2017/decorative" val="1"/>
              </a:ext>
            </a:extLst>
          </p:cNvPr>
          <p:cNvSpPr/>
          <p:nvPr/>
        </p:nvSpPr>
        <p:spPr>
          <a:xfrm>
            <a:off x="762000" y="762000"/>
            <a:ext cx="5330953" cy="533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345999" y="1236272"/>
            <a:ext cx="3959352" cy="2885843"/>
          </a:xfrm>
          <a:prstGeom prst="rect">
            <a:avLst/>
          </a:prstGeom>
        </p:spPr>
        <p:txBody>
          <a:bodyPr anchor="t">
            <a:normAutofit/>
          </a:bodyPr>
          <a:lstStyle>
            <a:lvl1pPr algn="l">
              <a:lnSpc>
                <a:spcPct val="120000"/>
              </a:lnSpc>
              <a:defRPr sz="4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355143" y="5029200"/>
            <a:ext cx="3941064" cy="786384"/>
          </a:xfrm>
          <a:prstGeom prst="rect">
            <a:avLst/>
          </a:prstGeom>
        </p:spPr>
        <p:txBody>
          <a:bodyPr anchor="t">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7" name="Straight Connector 6">
            <a:extLst>
              <a:ext uri="{FF2B5EF4-FFF2-40B4-BE49-F238E27FC236}">
                <a16:creationId xmlns:a16="http://schemas.microsoft.com/office/drawing/2014/main" id="{12230C97-C8C3-2142-5720-3E811CE1E63C}"/>
              </a:ext>
              <a:ext uri="{C183D7F6-B498-43B3-948B-1728B52AA6E4}">
                <adec:decorative xmlns:adec="http://schemas.microsoft.com/office/drawing/2017/decorative" val="1"/>
              </a:ext>
            </a:extLst>
          </p:cNvPr>
          <p:cNvCxnSpPr>
            <a:cxnSpLocks/>
          </p:cNvCxnSpPr>
          <p:nvPr/>
        </p:nvCxnSpPr>
        <p:spPr>
          <a:xfrm>
            <a:off x="1463059" y="4732259"/>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7081DABC-6343-A24F-FE45-96400F8FB4BD}"/>
              </a:ext>
            </a:extLst>
          </p:cNvPr>
          <p:cNvSpPr>
            <a:spLocks noGrp="1"/>
          </p:cNvSpPr>
          <p:nvPr>
            <p:ph type="pic" sz="quarter" idx="13"/>
          </p:nvPr>
        </p:nvSpPr>
        <p:spPr>
          <a:xfrm>
            <a:off x="6099048" y="758951"/>
            <a:ext cx="5340096" cy="5333995"/>
          </a:xfrm>
          <a:prstGeom prst="rect">
            <a:avLst/>
          </a:prstGeo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15" name="Footer Placeholder 14">
            <a:extLst>
              <a:ext uri="{FF2B5EF4-FFF2-40B4-BE49-F238E27FC236}">
                <a16:creationId xmlns:a16="http://schemas.microsoft.com/office/drawing/2014/main" id="{D728580C-8778-854F-6D1B-9AF8BF5B2FB6}"/>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6" name="Slide Number Placeholder 15">
            <a:extLst>
              <a:ext uri="{FF2B5EF4-FFF2-40B4-BE49-F238E27FC236}">
                <a16:creationId xmlns:a16="http://schemas.microsoft.com/office/drawing/2014/main" id="{73ECBF32-23F4-84AC-A92D-D9821052AF13}"/>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14" name="Date Placeholder 13">
            <a:extLst>
              <a:ext uri="{FF2B5EF4-FFF2-40B4-BE49-F238E27FC236}">
                <a16:creationId xmlns:a16="http://schemas.microsoft.com/office/drawing/2014/main" id="{ABA7367A-7087-E045-A8D9-1DB09D3DE13F}"/>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DF4E192D-1418-4101-9BFA-55C137A025CB}" type="datetime4">
              <a:rPr lang="en-US" smtClean="0"/>
              <a:t>March 16, 2026</a:t>
            </a:fld>
            <a:endParaRPr lang="en-US" dirty="0"/>
          </a:p>
        </p:txBody>
      </p:sp>
    </p:spTree>
    <p:extLst>
      <p:ext uri="{BB962C8B-B14F-4D97-AF65-F5344CB8AC3E}">
        <p14:creationId xmlns:p14="http://schemas.microsoft.com/office/powerpoint/2010/main" val="34646630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hoto 3">
    <p:bg>
      <p:bgRef idx="1001">
        <a:schemeClr val="bg1"/>
      </p:bgRef>
    </p:bg>
    <p:spTree>
      <p:nvGrpSpPr>
        <p:cNvPr id="1" name=""/>
        <p:cNvGrpSpPr/>
        <p:nvPr/>
      </p:nvGrpSpPr>
      <p:grpSpPr>
        <a:xfrm>
          <a:off x="0" y="0"/>
          <a:ext cx="0" cy="0"/>
          <a:chOff x="0" y="0"/>
          <a:chExt cx="0" cy="0"/>
        </a:xfrm>
      </p:grpSpPr>
      <p:sp useBgFill="1">
        <p:nvSpPr>
          <p:cNvPr id="15" name="Oval 14">
            <a:extLst>
              <a:ext uri="{FF2B5EF4-FFF2-40B4-BE49-F238E27FC236}">
                <a16:creationId xmlns:a16="http://schemas.microsoft.com/office/drawing/2014/main" id="{D9699E7E-EA95-258E-EE85-5B6712A5D963}"/>
              </a:ext>
              <a:ext uri="{C183D7F6-B498-43B3-948B-1728B52AA6E4}">
                <adec:decorative xmlns:adec="http://schemas.microsoft.com/office/drawing/2017/decorative" val="1"/>
              </a:ext>
            </a:extLst>
          </p:cNvPr>
          <p:cNvSpPr/>
          <p:nvPr/>
        </p:nvSpPr>
        <p:spPr>
          <a:xfrm>
            <a:off x="695096" y="1082040"/>
            <a:ext cx="4692243" cy="469224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12848"/>
            <a:ext cx="3941064" cy="1426464"/>
          </a:xfrm>
          <a:prstGeom prst="rect">
            <a:avLst/>
          </a:prstGeom>
        </p:spPr>
        <p:txBody>
          <a:bodyPr anchor="b">
            <a:noAutofit/>
          </a:bodyPr>
          <a:lstStyle>
            <a:lvl1pPr algn="ctr">
              <a:lnSpc>
                <a:spcPct val="120000"/>
              </a:lnSpc>
              <a:defRPr sz="3600">
                <a:solidFill>
                  <a:schemeClr val="tx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3" name="Picture Placeholder 12">
            <a:extLst>
              <a:ext uri="{FF2B5EF4-FFF2-40B4-BE49-F238E27FC236}">
                <a16:creationId xmlns:a16="http://schemas.microsoft.com/office/drawing/2014/main" id="{360E5C64-41A3-7E7F-EE42-A3FC02532B17}"/>
              </a:ext>
            </a:extLst>
          </p:cNvPr>
          <p:cNvSpPr>
            <a:spLocks noGrp="1"/>
          </p:cNvSpPr>
          <p:nvPr>
            <p:ph type="pic" sz="quarter" idx="13"/>
          </p:nvPr>
        </p:nvSpPr>
        <p:spPr>
          <a:xfrm>
            <a:off x="0" y="0"/>
            <a:ext cx="12192000" cy="6858000"/>
          </a:xfrm>
          <a:custGeom>
            <a:avLst/>
            <a:gdLst>
              <a:gd name="connsiteX0" fmla="*/ 3048000 w 12192000"/>
              <a:gd name="connsiteY0" fmla="*/ 1114197 h 6858000"/>
              <a:gd name="connsiteX1" fmla="*/ 733197 w 12192000"/>
              <a:gd name="connsiteY1" fmla="*/ 3429000 h 6858000"/>
              <a:gd name="connsiteX2" fmla="*/ 3048000 w 12192000"/>
              <a:gd name="connsiteY2" fmla="*/ 5743803 h 6858000"/>
              <a:gd name="connsiteX3" fmla="*/ 5362803 w 12192000"/>
              <a:gd name="connsiteY3" fmla="*/ 3429000 h 6858000"/>
              <a:gd name="connsiteX4" fmla="*/ 3048000 w 12192000"/>
              <a:gd name="connsiteY4" fmla="*/ 1114197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3048000" y="1114197"/>
                </a:moveTo>
                <a:cubicBezTo>
                  <a:pt x="1769570" y="1114197"/>
                  <a:pt x="733197" y="2150570"/>
                  <a:pt x="733197" y="3429000"/>
                </a:cubicBezTo>
                <a:cubicBezTo>
                  <a:pt x="733197" y="4707430"/>
                  <a:pt x="1769570" y="5743803"/>
                  <a:pt x="3048000" y="5743803"/>
                </a:cubicBezTo>
                <a:cubicBezTo>
                  <a:pt x="4326430" y="5743803"/>
                  <a:pt x="5362803" y="4707430"/>
                  <a:pt x="5362803" y="3429000"/>
                </a:cubicBezTo>
                <a:cubicBezTo>
                  <a:pt x="5362803" y="2150570"/>
                  <a:pt x="4326430" y="1114197"/>
                  <a:pt x="3048000" y="1114197"/>
                </a:cubicBezTo>
                <a:close/>
                <a:moveTo>
                  <a:pt x="0" y="0"/>
                </a:moveTo>
                <a:lnTo>
                  <a:pt x="12192000" y="0"/>
                </a:lnTo>
                <a:lnTo>
                  <a:pt x="12192000" y="6858000"/>
                </a:lnTo>
                <a:lnTo>
                  <a:pt x="0" y="6858000"/>
                </a:lnTo>
                <a:close/>
              </a:path>
            </a:pathLst>
          </a:custGeom>
          <a:blipFill>
            <a:blip r:embed="rId2" cstate="screen">
              <a:alphaModFix amt="8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Click icon to add picture</a:t>
            </a:r>
          </a:p>
        </p:txBody>
      </p:sp>
      <p:cxnSp>
        <p:nvCxnSpPr>
          <p:cNvPr id="8" name="Straight Connector 7">
            <a:extLst>
              <a:ext uri="{FF2B5EF4-FFF2-40B4-BE49-F238E27FC236}">
                <a16:creationId xmlns:a16="http://schemas.microsoft.com/office/drawing/2014/main" id="{C57A2E3A-6DE5-8378-A089-49E8A2E29D17}"/>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09FA0CB7-81FD-E5AB-555F-E1C775A249E1}"/>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214A870A-A927-4B80-CF98-DCEAE185B2E6}"/>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7" name="Date Placeholder 6">
            <a:extLst>
              <a:ext uri="{FF2B5EF4-FFF2-40B4-BE49-F238E27FC236}">
                <a16:creationId xmlns:a16="http://schemas.microsoft.com/office/drawing/2014/main" id="{1C479C96-7BEB-F059-03DB-852A6D2778BB}"/>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198E39E0-F096-42B0-9F1A-210D01A1F008}" type="datetime4">
              <a:rPr lang="en-US" smtClean="0"/>
              <a:t>March 16, 2026</a:t>
            </a:fld>
            <a:endParaRPr lang="en-US" dirty="0"/>
          </a:p>
        </p:txBody>
      </p:sp>
    </p:spTree>
    <p:extLst>
      <p:ext uri="{BB962C8B-B14F-4D97-AF65-F5344CB8AC3E}">
        <p14:creationId xmlns:p14="http://schemas.microsoft.com/office/powerpoint/2010/main" val="4073361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hoto 4">
    <p:bg>
      <p:bgPr>
        <a:solidFill>
          <a:schemeClr val="tx1"/>
        </a:solidFill>
        <a:effectLst/>
      </p:bgPr>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9EC672D3-D8F8-3D61-3C4C-5C95F5E2613C}"/>
              </a:ext>
              <a:ext uri="{C183D7F6-B498-43B3-948B-1728B52AA6E4}">
                <adec:decorative xmlns:adec="http://schemas.microsoft.com/office/drawing/2017/decorative" val="1"/>
              </a:ext>
            </a:extLst>
          </p:cNvPr>
          <p:cNvSpPr/>
          <p:nvPr/>
        </p:nvSpPr>
        <p:spPr>
          <a:xfrm>
            <a:off x="733197" y="1113411"/>
            <a:ext cx="4629606" cy="4629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1538975B-8704-9783-3024-A904B1D27242}"/>
              </a:ext>
              <a:ext uri="{C183D7F6-B498-43B3-948B-1728B52AA6E4}">
                <adec:decorative xmlns:adec="http://schemas.microsoft.com/office/drawing/2017/decorative" val="1"/>
              </a:ext>
            </a:extLst>
          </p:cNvPr>
          <p:cNvCxnSpPr>
            <a:cxnSpLocks/>
          </p:cNvCxnSpPr>
          <p:nvPr/>
        </p:nvCxnSpPr>
        <p:spPr>
          <a:xfrm>
            <a:off x="2562423" y="396058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2286000"/>
            <a:ext cx="3941064" cy="1353312"/>
          </a:xfrm>
          <a:prstGeom prst="rect">
            <a:avLst/>
          </a:prstGeom>
        </p:spPr>
        <p:txBody>
          <a:bodyPr anchor="b">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527048" y="4251960"/>
            <a:ext cx="3044952" cy="877824"/>
          </a:xfrm>
          <a:prstGeom prst="rect">
            <a:avLst/>
          </a:prstGeo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A4FC6076-33D1-25E4-ECF0-EBA6547E6F66}"/>
              </a:ext>
            </a:extLst>
          </p:cNvPr>
          <p:cNvSpPr>
            <a:spLocks noGrp="1"/>
          </p:cNvSpPr>
          <p:nvPr>
            <p:ph type="pic" sz="quarter" idx="13"/>
          </p:nvPr>
        </p:nvSpPr>
        <p:spPr>
          <a:xfrm>
            <a:off x="6099048" y="0"/>
            <a:ext cx="6099048" cy="6858000"/>
          </a:xfrm>
          <a:prstGeom prst="rect">
            <a:avLst/>
          </a:prstGeo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17" name="Footer Placeholder 16">
            <a:extLst>
              <a:ext uri="{FF2B5EF4-FFF2-40B4-BE49-F238E27FC236}">
                <a16:creationId xmlns:a16="http://schemas.microsoft.com/office/drawing/2014/main" id="{AC1630BD-E1B7-AF29-7C4B-B85965A099D7}"/>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8" name="Slide Number Placeholder 17">
            <a:extLst>
              <a:ext uri="{FF2B5EF4-FFF2-40B4-BE49-F238E27FC236}">
                <a16:creationId xmlns:a16="http://schemas.microsoft.com/office/drawing/2014/main" id="{984E9A52-4A3D-D4E9-EB81-3D3DF57174E8}"/>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16" name="Date Placeholder 15">
            <a:extLst>
              <a:ext uri="{FF2B5EF4-FFF2-40B4-BE49-F238E27FC236}">
                <a16:creationId xmlns:a16="http://schemas.microsoft.com/office/drawing/2014/main" id="{BBD33975-EBFD-2750-DA6E-80E55F7B5DC4}"/>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980C1F5F-6B70-4E44-A8D8-9F024A0B017D}" type="datetime4">
              <a:rPr lang="en-US" smtClean="0"/>
              <a:t>March 16, 2026</a:t>
            </a:fld>
            <a:endParaRPr lang="en-US" dirty="0"/>
          </a:p>
        </p:txBody>
      </p:sp>
    </p:spTree>
    <p:extLst>
      <p:ext uri="{BB962C8B-B14F-4D97-AF65-F5344CB8AC3E}">
        <p14:creationId xmlns:p14="http://schemas.microsoft.com/office/powerpoint/2010/main" val="2140967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1">
    <p:bg>
      <p:bgPr>
        <a:solidFill>
          <a:schemeClr val="tx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DD080AD5-EDF0-8614-3A6E-738026A999B2}"/>
              </a:ext>
              <a:ext uri="{C183D7F6-B498-43B3-948B-1728B52AA6E4}">
                <adec:decorative xmlns:adec="http://schemas.microsoft.com/office/drawing/2017/decorative" val="1"/>
              </a:ext>
            </a:extLst>
          </p:cNvPr>
          <p:cNvCxnSpPr>
            <a:cxnSpLocks/>
          </p:cNvCxnSpPr>
          <p:nvPr/>
        </p:nvCxnSpPr>
        <p:spPr>
          <a:xfrm>
            <a:off x="1099874" y="972179"/>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992091" y="3072384"/>
            <a:ext cx="6812280" cy="2889504"/>
          </a:xfrm>
          <a:prstGeom prst="rect">
            <a:avLst/>
          </a:prstGeom>
        </p:spPr>
        <p:txBody>
          <a:bodyPr vert="horz" lIns="91440" tIns="45720" rIns="91440" bIns="45720" rtlCol="0" anchor="b">
            <a:noAutofit/>
          </a:bodyPr>
          <a:lstStyle>
            <a:lvl1pPr>
              <a:defRPr lang="en-US" sz="4400" dirty="0">
                <a:solidFill>
                  <a:schemeClr val="bg1"/>
                </a:solidFill>
              </a:defRPr>
            </a:lvl1pPr>
          </a:lstStyle>
          <a:p>
            <a:pPr lvl="0">
              <a:lnSpc>
                <a:spcPct val="120000"/>
              </a:lnSpc>
            </a:pPr>
            <a:r>
              <a:rPr lang="en-US" dirty="0"/>
              <a:t>Click to edit Master title style</a:t>
            </a:r>
          </a:p>
        </p:txBody>
      </p:sp>
    </p:spTree>
    <p:extLst>
      <p:ext uri="{BB962C8B-B14F-4D97-AF65-F5344CB8AC3E}">
        <p14:creationId xmlns:p14="http://schemas.microsoft.com/office/powerpoint/2010/main" val="4013705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tx1"/>
        </a:solidFill>
        <a:effectLst/>
      </p:bgPr>
    </p:bg>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7B311658-326E-8930-CE47-FD49EE7B39B5}"/>
              </a:ext>
              <a:ext uri="{C183D7F6-B498-43B3-948B-1728B52AA6E4}">
                <adec:decorative xmlns:adec="http://schemas.microsoft.com/office/drawing/2017/decorative" val="1"/>
              </a:ext>
            </a:extLst>
          </p:cNvPr>
          <p:cNvSpPr/>
          <p:nvPr/>
        </p:nvSpPr>
        <p:spPr>
          <a:xfrm>
            <a:off x="3417864" y="750864"/>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ooter Placeholder 9">
            <a:extLst>
              <a:ext uri="{FF2B5EF4-FFF2-40B4-BE49-F238E27FC236}">
                <a16:creationId xmlns:a16="http://schemas.microsoft.com/office/drawing/2014/main" id="{35FCFEE1-80FB-1203-A596-BBE1536FB9B7}"/>
              </a:ext>
            </a:extLst>
          </p:cNvPr>
          <p:cNvSpPr>
            <a:spLocks noGrp="1"/>
          </p:cNvSpPr>
          <p:nvPr>
            <p:ph type="ftr" sz="quarter" idx="11"/>
          </p:nvPr>
        </p:nvSpPr>
        <p:spPr>
          <a:xfrm rot="5400000">
            <a:off x="10469880" y="1609344"/>
            <a:ext cx="2670048" cy="365760"/>
          </a:xfrm>
          <a:prstGeom prst="rect">
            <a:avLst/>
          </a:prstGeom>
        </p:spPr>
        <p:txBody>
          <a:bodyPr/>
          <a:lstStyle>
            <a:lvl1pPr>
              <a:defRPr>
                <a:solidFill>
                  <a:schemeClr val="bg1"/>
                </a:solidFill>
              </a:defRPr>
            </a:lvl1pPr>
          </a:lstStyle>
          <a:p>
            <a:pPr algn="r"/>
            <a:r>
              <a:rPr lang="en-US" dirty="0"/>
              <a:t>Sample Footer Text</a:t>
            </a:r>
          </a:p>
        </p:txBody>
      </p:sp>
      <p:sp>
        <p:nvSpPr>
          <p:cNvPr id="11" name="Slide Number Placeholder 10">
            <a:extLst>
              <a:ext uri="{FF2B5EF4-FFF2-40B4-BE49-F238E27FC236}">
                <a16:creationId xmlns:a16="http://schemas.microsoft.com/office/drawing/2014/main" id="{0E7E0F55-068E-56E0-8F55-92F1DDFB854A}"/>
              </a:ext>
            </a:extLst>
          </p:cNvPr>
          <p:cNvSpPr>
            <a:spLocks noGrp="1"/>
          </p:cNvSpPr>
          <p:nvPr>
            <p:ph type="sldNum" sz="quarter" idx="12"/>
          </p:nvPr>
        </p:nvSpPr>
        <p:spPr>
          <a:xfrm>
            <a:off x="11494008" y="3218688"/>
            <a:ext cx="630936" cy="429768"/>
          </a:xfrm>
          <a:prstGeom prst="rect">
            <a:avLst/>
          </a:prstGeom>
        </p:spPr>
        <p:txBody>
          <a:bodyPr/>
          <a:lstStyle>
            <a:lvl1pPr>
              <a:defRPr>
                <a:solidFill>
                  <a:schemeClr val="bg1"/>
                </a:solidFill>
              </a:defRPr>
            </a:lvl1pPr>
          </a:lstStyle>
          <a:p>
            <a:pPr algn="ctr"/>
            <a:fld id="{CC057153-B650-4DEB-B370-79DDCFDCE934}" type="slidenum">
              <a:rPr lang="en-US" smtClean="0"/>
              <a:pPr algn="ctr"/>
              <a:t>‹#›</a:t>
            </a:fld>
            <a:endParaRPr lang="en-US" dirty="0"/>
          </a:p>
        </p:txBody>
      </p:sp>
      <p:sp>
        <p:nvSpPr>
          <p:cNvPr id="9" name="Date Placeholder 8">
            <a:extLst>
              <a:ext uri="{FF2B5EF4-FFF2-40B4-BE49-F238E27FC236}">
                <a16:creationId xmlns:a16="http://schemas.microsoft.com/office/drawing/2014/main" id="{AD804B75-28A8-B638-C43D-B5CD2E5BA868}"/>
              </a:ext>
            </a:extLst>
          </p:cNvPr>
          <p:cNvSpPr>
            <a:spLocks noGrp="1"/>
          </p:cNvSpPr>
          <p:nvPr>
            <p:ph type="dt" sz="half" idx="10"/>
          </p:nvPr>
        </p:nvSpPr>
        <p:spPr>
          <a:xfrm rot="5400000">
            <a:off x="10469880" y="4892040"/>
            <a:ext cx="2670048" cy="365760"/>
          </a:xfrm>
          <a:prstGeom prst="rect">
            <a:avLst/>
          </a:prstGeom>
        </p:spPr>
        <p:txBody>
          <a:bodyPr/>
          <a:lstStyle>
            <a:lvl1pPr>
              <a:defRPr>
                <a:solidFill>
                  <a:schemeClr val="bg1"/>
                </a:solidFill>
              </a:defRPr>
            </a:lvl1pPr>
          </a:lstStyle>
          <a:p>
            <a:fld id="{A925DAD9-7C57-4EE5-8C19-7CC0CB966ECE}" type="datetime4">
              <a:rPr lang="en-US" smtClean="0"/>
              <a:t>March 16, 2026</a:t>
            </a:fld>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862426" y="1984248"/>
            <a:ext cx="4462272" cy="2889504"/>
          </a:xfrm>
          <a:prstGeom prst="rect">
            <a:avLst/>
          </a:prstGeom>
        </p:spPr>
        <p:txBody>
          <a:bodyPr anchor="ctr">
            <a:normAutofit/>
          </a:bodyPr>
          <a:lstStyle>
            <a:lvl1pPr algn="ctr">
              <a:lnSpc>
                <a:spcPct val="120000"/>
              </a:lnSpc>
              <a:defRPr sz="44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925133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ection Header 3">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3/16/2026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5176" y="484632"/>
            <a:ext cx="7772400" cy="594360"/>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74320" y="1801368"/>
            <a:ext cx="7772400" cy="4572000"/>
          </a:xfrm>
        </p:spPr>
        <p:txBody>
          <a:bodyPr anchor="b">
            <a:normAutofit/>
          </a:bodyPr>
          <a:lstStyle>
            <a:lvl1pPr algn="l">
              <a:defRPr sz="7400"/>
            </a:lvl1pPr>
          </a:lstStyle>
          <a:p>
            <a:r>
              <a:rPr lang="en-US"/>
              <a:t>Click to edit Master title style</a:t>
            </a:r>
          </a:p>
        </p:txBody>
      </p:sp>
    </p:spTree>
    <p:extLst>
      <p:ext uri="{BB962C8B-B14F-4D97-AF65-F5344CB8AC3E}">
        <p14:creationId xmlns:p14="http://schemas.microsoft.com/office/powerpoint/2010/main" val="29569981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7A713FDA-ABFC-FBE4-9C4A-3A90A222245B}"/>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44803" y="1987906"/>
            <a:ext cx="3606394" cy="2882188"/>
          </a:xfrm>
          <a:prstGeom prst="rect">
            <a:avLst/>
          </a:prstGeom>
        </p:spPr>
        <p:txBody>
          <a:bodyPr anchor="ctr">
            <a:noAutofit/>
          </a:bodyPr>
          <a:lstStyle>
            <a:lvl1pPr algn="ctr">
              <a:lnSpc>
                <a:spcPct val="100000"/>
              </a:lnSpc>
              <a:defRPr sz="44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66715" y="608991"/>
            <a:ext cx="4943704"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lvl1pPr>
            <a:lvl2pPr marL="571500" indent="-342900">
              <a:buFont typeface="+mj-lt"/>
              <a:buAutoNum type="arabicPeriod"/>
              <a:defRPr lang="en-US" dirty="0"/>
            </a:lvl2pPr>
            <a:lvl3pPr marL="800100" indent="-342900">
              <a:buFont typeface="+mj-lt"/>
              <a:buAutoNum type="arabicPeriod"/>
              <a:defRPr lang="en-US" dirty="0"/>
            </a:lvl3pPr>
            <a:lvl4pPr>
              <a:buFont typeface="+mj-lt"/>
              <a:buAutoNum type="arabicPeriod"/>
              <a:defRPr lang="en-US" dirty="0"/>
            </a:lvl4pPr>
            <a:lvl5pPr>
              <a:buFont typeface="+mj-lt"/>
              <a:buAutoNum type="arabicPeriod"/>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F987B6F1-20E0-4730-B472-4F9747DD0066}" type="datetime4">
              <a:rPr lang="en-US" smtClean="0"/>
              <a:t>March 16, 2026</a:t>
            </a:fld>
            <a:endParaRPr lang="en-US" dirty="0"/>
          </a:p>
        </p:txBody>
      </p:sp>
    </p:spTree>
    <p:extLst>
      <p:ext uri="{BB962C8B-B14F-4D97-AF65-F5344CB8AC3E}">
        <p14:creationId xmlns:p14="http://schemas.microsoft.com/office/powerpoint/2010/main" val="32375315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CD08455-64EF-6D3F-F544-C7CBF0D5756A}"/>
              </a:ext>
              <a:ext uri="{C183D7F6-B498-43B3-948B-1728B52AA6E4}">
                <adec:decorative xmlns:adec="http://schemas.microsoft.com/office/drawing/2017/decorative" val="1"/>
              </a:ext>
            </a:extLst>
          </p:cNvPr>
          <p:cNvSpPr/>
          <p:nvPr/>
        </p:nvSpPr>
        <p:spPr>
          <a:xfrm>
            <a:off x="1" y="0"/>
            <a:ext cx="609325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9302" y="2357324"/>
            <a:ext cx="4396436" cy="2143353"/>
          </a:xfrm>
          <a:prstGeom prst="rect">
            <a:avLst/>
          </a:prstGeom>
        </p:spPr>
        <p:txBody>
          <a:bodyPr anchor="ctr">
            <a:normAutofit/>
          </a:bodyPr>
          <a:lstStyle>
            <a:lvl1pPr algn="ctr">
              <a:lnSpc>
                <a:spcPct val="100000"/>
              </a:lnSpc>
              <a:defRPr sz="60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325112"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lnSpc>
                <a:spcPct val="130000"/>
              </a:lnSpc>
            </a:pPr>
            <a:r>
              <a:rPr lang="en-US" dirty="0"/>
              <a:t>Click to edit Master text styles</a:t>
            </a:r>
          </a:p>
          <a:p>
            <a:pPr lvl="1">
              <a:lnSpc>
                <a:spcPct val="130000"/>
              </a:lnSpc>
            </a:pPr>
            <a:r>
              <a:rPr lang="en-US" dirty="0"/>
              <a:t>Second level</a:t>
            </a:r>
          </a:p>
          <a:p>
            <a:pPr lvl="2">
              <a:lnSpc>
                <a:spcPct val="130000"/>
              </a:lnSpc>
            </a:pPr>
            <a:r>
              <a:rPr lang="en-US" dirty="0"/>
              <a:t>Third level</a:t>
            </a:r>
          </a:p>
          <a:p>
            <a:pPr lvl="3">
              <a:lnSpc>
                <a:spcPct val="130000"/>
              </a:lnSpc>
            </a:pPr>
            <a:r>
              <a:rPr lang="en-US" dirty="0"/>
              <a:t>Fourth level</a:t>
            </a:r>
          </a:p>
          <a:p>
            <a:pPr lvl="4">
              <a:lnSpc>
                <a:spcPct val="130000"/>
              </a:lnSpc>
            </a:pPr>
            <a:r>
              <a:rPr lang="en-US" dirty="0"/>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p>
            <a:fld id="{F987B6F1-20E0-4730-B472-4F9747DD0066}" type="datetime4">
              <a:rPr lang="en-US" smtClean="0"/>
              <a:t>March 16, 2026</a:t>
            </a:fld>
            <a:endParaRPr lang="en-US" dirty="0"/>
          </a:p>
        </p:txBody>
      </p:sp>
    </p:spTree>
    <p:extLst>
      <p:ext uri="{BB962C8B-B14F-4D97-AF65-F5344CB8AC3E}">
        <p14:creationId xmlns:p14="http://schemas.microsoft.com/office/powerpoint/2010/main" val="1829505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hoto">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200467" y="2320290"/>
            <a:ext cx="3691890" cy="2217420"/>
          </a:xfrm>
          <a:prstGeom prst="rect">
            <a:avLst/>
          </a:prstGeom>
        </p:spPr>
        <p:txBody>
          <a:bodyPr anchor="ctr">
            <a:normAutofit/>
          </a:bodyPr>
          <a:lstStyle>
            <a:lvl1pPr algn="ctr">
              <a:lnSpc>
                <a:spcPct val="100000"/>
              </a:lnSpc>
              <a:defRPr sz="4000">
                <a:solidFill>
                  <a:schemeClr val="bg1"/>
                </a:solidFill>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02FB81A4-D995-C460-96DC-F799CEACAB9A}"/>
              </a:ext>
            </a:extLst>
          </p:cNvPr>
          <p:cNvSpPr>
            <a:spLocks noGrp="1"/>
          </p:cNvSpPr>
          <p:nvPr>
            <p:ph type="pic" sz="quarter" idx="17"/>
          </p:nvPr>
        </p:nvSpPr>
        <p:spPr>
          <a:xfrm>
            <a:off x="0" y="0"/>
            <a:ext cx="6092825" cy="6858000"/>
          </a:xfrm>
          <a:custGeom>
            <a:avLst/>
            <a:gdLst>
              <a:gd name="connsiteX0" fmla="*/ 3046412 w 6092825"/>
              <a:gd name="connsiteY0" fmla="*/ 1298448 h 6858000"/>
              <a:gd name="connsiteX1" fmla="*/ 915860 w 6092825"/>
              <a:gd name="connsiteY1" fmla="*/ 3429000 h 6858000"/>
              <a:gd name="connsiteX2" fmla="*/ 3046412 w 6092825"/>
              <a:gd name="connsiteY2" fmla="*/ 5559552 h 6858000"/>
              <a:gd name="connsiteX3" fmla="*/ 5176964 w 6092825"/>
              <a:gd name="connsiteY3" fmla="*/ 3429000 h 6858000"/>
              <a:gd name="connsiteX4" fmla="*/ 3046412 w 6092825"/>
              <a:gd name="connsiteY4" fmla="*/ 1298448 h 6858000"/>
              <a:gd name="connsiteX5" fmla="*/ 0 w 6092825"/>
              <a:gd name="connsiteY5" fmla="*/ 0 h 6858000"/>
              <a:gd name="connsiteX6" fmla="*/ 6092825 w 6092825"/>
              <a:gd name="connsiteY6" fmla="*/ 0 h 6858000"/>
              <a:gd name="connsiteX7" fmla="*/ 6092825 w 6092825"/>
              <a:gd name="connsiteY7" fmla="*/ 6858000 h 6858000"/>
              <a:gd name="connsiteX8" fmla="*/ 0 w 609282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2825" h="6858000">
                <a:moveTo>
                  <a:pt x="3046412" y="1298448"/>
                </a:moveTo>
                <a:cubicBezTo>
                  <a:pt x="1869741" y="1298448"/>
                  <a:pt x="915860" y="2252329"/>
                  <a:pt x="915860" y="3429000"/>
                </a:cubicBezTo>
                <a:cubicBezTo>
                  <a:pt x="915860" y="4605671"/>
                  <a:pt x="1869741" y="5559552"/>
                  <a:pt x="3046412" y="5559552"/>
                </a:cubicBezTo>
                <a:cubicBezTo>
                  <a:pt x="4223083" y="5559552"/>
                  <a:pt x="5176964" y="4605671"/>
                  <a:pt x="5176964" y="3429000"/>
                </a:cubicBezTo>
                <a:cubicBezTo>
                  <a:pt x="5176964" y="2252329"/>
                  <a:pt x="4223083" y="1298448"/>
                  <a:pt x="3046412" y="1298448"/>
                </a:cubicBezTo>
                <a:close/>
                <a:moveTo>
                  <a:pt x="0" y="0"/>
                </a:moveTo>
                <a:lnTo>
                  <a:pt x="6092825" y="0"/>
                </a:lnTo>
                <a:lnTo>
                  <a:pt x="6092825" y="6858000"/>
                </a:lnTo>
                <a:lnTo>
                  <a:pt x="0" y="6858000"/>
                </a:lnTo>
                <a:close/>
              </a:path>
            </a:pathLst>
          </a:custGeom>
          <a:blipFill>
            <a:blip r:embed="rId2" cstate="screen">
              <a:alphaModFix amt="8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solidFill>
                  <a:schemeClr val="bg1"/>
                </a:solidFill>
              </a:defRPr>
            </a:lvl1p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30568" y="608991"/>
            <a:ext cx="4427524" cy="5640019"/>
          </a:xfrm>
          <a:prstGeom prst="rect">
            <a:avLst/>
          </a:prstGeom>
        </p:spPr>
        <p:txBody>
          <a:bodyPr vert="horz" lIns="91440" tIns="45720" rIns="91440" bIns="45720" rtlCol="0" anchor="ctr">
            <a:normAutofit/>
          </a:bodyPr>
          <a:lstStyle>
            <a:lvl1pPr marL="342900" indent="-342900">
              <a:buFont typeface="+mj-lt"/>
              <a:buAutoNum type="arabicPeriod"/>
              <a:defRPr lang="en-US" dirty="0">
                <a:solidFill>
                  <a:schemeClr val="bg1"/>
                </a:solidFill>
              </a:defRPr>
            </a:lvl1pPr>
            <a:lvl2pPr marL="571500" indent="-342900">
              <a:buFont typeface="+mj-lt"/>
              <a:buAutoNum type="alphaLcPeriod"/>
              <a:defRPr lang="en-US" dirty="0">
                <a:solidFill>
                  <a:schemeClr val="bg1"/>
                </a:solidFill>
              </a:defRPr>
            </a:lvl2pPr>
            <a:lvl3pPr marL="800100" indent="-342900">
              <a:buFont typeface="+mj-lt"/>
              <a:buAutoNum type="romanLcPeriod"/>
              <a:defRPr lang="en-US" dirty="0">
                <a:solidFill>
                  <a:schemeClr val="bg1"/>
                </a:solidFill>
              </a:defRPr>
            </a:lvl3pPr>
            <a:lvl4pPr marL="914400" indent="-228600">
              <a:buFont typeface="+mj-lt"/>
              <a:buAutoNum type="arabicParenR"/>
              <a:defRPr lang="en-US" dirty="0">
                <a:solidFill>
                  <a:schemeClr val="bg1"/>
                </a:solidFill>
              </a:defRPr>
            </a:lvl4pPr>
            <a:lvl5pPr marL="1143000" indent="-228600">
              <a:buFont typeface="+mj-lt"/>
              <a:buAutoNum type="alphaLcParenR"/>
              <a:defRPr lang="en-US" dirty="0">
                <a:solidFill>
                  <a:schemeClr val="bg1"/>
                </a:solidFill>
              </a:defRPr>
            </a:lvl5pPr>
          </a:lstStyle>
          <a:p>
            <a:pPr lvl="0">
              <a:lnSpc>
                <a:spcPct val="130000"/>
              </a:lnSpc>
            </a:pPr>
            <a:r>
              <a:rPr lang="en-US" dirty="0"/>
              <a:t>Click to edit Master text styles</a:t>
            </a:r>
          </a:p>
          <a:p>
            <a:pPr lvl="1">
              <a:lnSpc>
                <a:spcPct val="130000"/>
              </a:lnSpc>
            </a:pPr>
            <a:r>
              <a:rPr lang="en-US" dirty="0"/>
              <a:t>Second level</a:t>
            </a:r>
          </a:p>
          <a:p>
            <a:pPr lvl="2">
              <a:lnSpc>
                <a:spcPct val="130000"/>
              </a:lnSpc>
            </a:pPr>
            <a:r>
              <a:rPr lang="en-US" dirty="0"/>
              <a:t>Third level</a:t>
            </a:r>
          </a:p>
          <a:p>
            <a:pPr lvl="3">
              <a:lnSpc>
                <a:spcPct val="130000"/>
              </a:lnSpc>
            </a:pPr>
            <a:r>
              <a:rPr lang="en-US" dirty="0"/>
              <a:t>Fourth level</a:t>
            </a:r>
          </a:p>
          <a:p>
            <a:pPr lvl="4">
              <a:lnSpc>
                <a:spcPct val="130000"/>
              </a:lnSpc>
            </a:pPr>
            <a:r>
              <a:rPr lang="en-US" dirty="0"/>
              <a:t>Fifth level</a:t>
            </a:r>
          </a:p>
        </p:txBody>
      </p:sp>
      <p:sp>
        <p:nvSpPr>
          <p:cNvPr id="11" name="Footer Placeholder 10">
            <a:extLst>
              <a:ext uri="{FF2B5EF4-FFF2-40B4-BE49-F238E27FC236}">
                <a16:creationId xmlns:a16="http://schemas.microsoft.com/office/drawing/2014/main" id="{580D44E4-BAE9-45B9-6C67-A2C19D45908B}"/>
              </a:ext>
            </a:extLst>
          </p:cNvPr>
          <p:cNvSpPr>
            <a:spLocks noGrp="1"/>
          </p:cNvSpPr>
          <p:nvPr>
            <p:ph type="ftr" sz="quarter" idx="15"/>
          </p:nvPr>
        </p:nvSpPr>
        <p:spPr>
          <a:xfrm rot="5400000">
            <a:off x="10469880" y="1609344"/>
            <a:ext cx="2670048" cy="365760"/>
          </a:xfrm>
          <a:prstGeom prst="rect">
            <a:avLst/>
          </a:prstGeom>
        </p:spPr>
        <p:txBody>
          <a:bodyPr/>
          <a:lstStyle>
            <a:lvl1pPr>
              <a:defRPr>
                <a:solidFill>
                  <a:schemeClr val="bg1"/>
                </a:solidFill>
              </a:defRPr>
            </a:lvl1pPr>
          </a:lstStyle>
          <a:p>
            <a:r>
              <a:rPr lang="en-US" dirty="0"/>
              <a:t>Sample Footer Text</a:t>
            </a:r>
          </a:p>
        </p:txBody>
      </p:sp>
      <p:sp>
        <p:nvSpPr>
          <p:cNvPr id="12" name="Slide Number Placeholder 11">
            <a:extLst>
              <a:ext uri="{FF2B5EF4-FFF2-40B4-BE49-F238E27FC236}">
                <a16:creationId xmlns:a16="http://schemas.microsoft.com/office/drawing/2014/main" id="{A76D5F1B-44E3-F258-DAEF-5F05DA2DC80D}"/>
              </a:ext>
            </a:extLst>
          </p:cNvPr>
          <p:cNvSpPr>
            <a:spLocks noGrp="1"/>
          </p:cNvSpPr>
          <p:nvPr>
            <p:ph type="sldNum" sz="quarter" idx="16"/>
          </p:nvPr>
        </p:nvSpPr>
        <p:spPr>
          <a:xfrm>
            <a:off x="11494008" y="3218688"/>
            <a:ext cx="630936" cy="429768"/>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10" name="Date Placeholder 9">
            <a:extLst>
              <a:ext uri="{FF2B5EF4-FFF2-40B4-BE49-F238E27FC236}">
                <a16:creationId xmlns:a16="http://schemas.microsoft.com/office/drawing/2014/main" id="{385486D6-8955-5E05-F3AA-A1190FAD74A9}"/>
              </a:ext>
            </a:extLst>
          </p:cNvPr>
          <p:cNvSpPr>
            <a:spLocks noGrp="1"/>
          </p:cNvSpPr>
          <p:nvPr>
            <p:ph type="dt" sz="half" idx="14"/>
          </p:nvPr>
        </p:nvSpPr>
        <p:spPr>
          <a:xfrm rot="5400000">
            <a:off x="10469880" y="4892040"/>
            <a:ext cx="2670048" cy="365760"/>
          </a:xfrm>
          <a:prstGeom prst="rect">
            <a:avLst/>
          </a:prstGeom>
        </p:spPr>
        <p:txBody>
          <a:bodyPr/>
          <a:lstStyle>
            <a:lvl1pPr>
              <a:defRPr>
                <a:solidFill>
                  <a:schemeClr val="bg1"/>
                </a:solidFill>
              </a:defRPr>
            </a:lvl1pPr>
          </a:lstStyle>
          <a:p>
            <a:fld id="{F987B6F1-20E0-4730-B472-4F9747DD0066}" type="datetime4">
              <a:rPr lang="en-US" smtClean="0"/>
              <a:pPr/>
              <a:t>March 16, 2026</a:t>
            </a:fld>
            <a:endParaRPr lang="en-US" dirty="0"/>
          </a:p>
        </p:txBody>
      </p:sp>
    </p:spTree>
    <p:extLst>
      <p:ext uri="{BB962C8B-B14F-4D97-AF65-F5344CB8AC3E}">
        <p14:creationId xmlns:p14="http://schemas.microsoft.com/office/powerpoint/2010/main" val="26090287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7159" y="151598"/>
            <a:ext cx="11924209" cy="528186"/>
          </a:xfrm>
          <a:prstGeom prst="rect">
            <a:avLst/>
          </a:prstGeom>
        </p:spPr>
        <p:txBody>
          <a:bodyPr anchor="ctr">
            <a:normAutofit/>
          </a:bodyPr>
          <a:lstStyle>
            <a:lvl1pPr>
              <a:lnSpc>
                <a:spcPct val="120000"/>
              </a:lnSpc>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776036"/>
            <a:ext cx="11924209" cy="5676965"/>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Footer Placeholder 5">
            <a:extLst>
              <a:ext uri="{FF2B5EF4-FFF2-40B4-BE49-F238E27FC236}">
                <a16:creationId xmlns:a16="http://schemas.microsoft.com/office/drawing/2014/main" id="{1E4982EE-7EF5-2FCA-4FED-13EAB746A4C0}"/>
              </a:ext>
            </a:extLst>
          </p:cNvPr>
          <p:cNvSpPr>
            <a:spLocks noGrp="1"/>
          </p:cNvSpPr>
          <p:nvPr>
            <p:ph type="ftr" sz="quarter" idx="11"/>
          </p:nvPr>
        </p:nvSpPr>
        <p:spPr>
          <a:xfrm>
            <a:off x="137160" y="6492240"/>
            <a:ext cx="3657600" cy="365125"/>
          </a:xfrm>
        </p:spPr>
        <p:txBody>
          <a:bodyPr/>
          <a:lstStyle>
            <a:lvl1pPr algn="l">
              <a:defRPr/>
            </a:lvl1pPr>
          </a:lstStyle>
          <a:p>
            <a:r>
              <a:rPr lang="en-US" dirty="0"/>
              <a:t>Sample Footer Text</a:t>
            </a:r>
          </a:p>
        </p:txBody>
      </p:sp>
      <p:sp>
        <p:nvSpPr>
          <p:cNvPr id="10" name="Slide Number Placeholder 9">
            <a:extLst>
              <a:ext uri="{FF2B5EF4-FFF2-40B4-BE49-F238E27FC236}">
                <a16:creationId xmlns:a16="http://schemas.microsoft.com/office/drawing/2014/main" id="{D0E446A1-A859-B438-0A68-770468ED9846}"/>
              </a:ext>
            </a:extLst>
          </p:cNvPr>
          <p:cNvSpPr>
            <a:spLocks noGrp="1"/>
          </p:cNvSpPr>
          <p:nvPr>
            <p:ph type="sldNum" sz="quarter" idx="12"/>
          </p:nvPr>
        </p:nvSpPr>
        <p:spPr>
          <a:xfrm>
            <a:off x="5779008" y="6455664"/>
            <a:ext cx="630936" cy="429768"/>
          </a:xfrm>
        </p:spPr>
        <p:txBody>
          <a:bodyPr/>
          <a:lstStyle/>
          <a:p>
            <a:pPr algn="ctr"/>
            <a:fld id="{CC057153-B650-4DEB-B370-79DDCFDCE934}" type="slidenum">
              <a:rPr lang="en-US" smtClean="0"/>
              <a:pPr algn="ctr"/>
              <a:t>‹#›</a:t>
            </a:fld>
            <a:endParaRPr lang="en-US" dirty="0"/>
          </a:p>
        </p:txBody>
      </p:sp>
      <p:sp>
        <p:nvSpPr>
          <p:cNvPr id="5" name="Date Placeholder 4">
            <a:extLst>
              <a:ext uri="{FF2B5EF4-FFF2-40B4-BE49-F238E27FC236}">
                <a16:creationId xmlns:a16="http://schemas.microsoft.com/office/drawing/2014/main" id="{29BFEF04-4D1E-3014-0055-82DE245039DE}"/>
              </a:ext>
            </a:extLst>
          </p:cNvPr>
          <p:cNvSpPr>
            <a:spLocks noGrp="1"/>
          </p:cNvSpPr>
          <p:nvPr>
            <p:ph type="dt" sz="half" idx="10"/>
          </p:nvPr>
        </p:nvSpPr>
        <p:spPr>
          <a:xfrm>
            <a:off x="8394192" y="6483096"/>
            <a:ext cx="3657600" cy="365125"/>
          </a:xfrm>
        </p:spPr>
        <p:txBody>
          <a:bodyPr/>
          <a:lstStyle>
            <a:lvl1pPr algn="r">
              <a:defRPr/>
            </a:lvl1pPr>
          </a:lstStyle>
          <a:p>
            <a:fld id="{3968F040-9A2D-487C-9838-D433833E9BE2}" type="datetime4">
              <a:rPr lang="en-US" smtClean="0"/>
              <a:t>March 16, 2026</a:t>
            </a:fld>
            <a:endParaRPr lang="en-US" dirty="0"/>
          </a:p>
        </p:txBody>
      </p:sp>
    </p:spTree>
    <p:extLst>
      <p:ext uri="{BB962C8B-B14F-4D97-AF65-F5344CB8AC3E}">
        <p14:creationId xmlns:p14="http://schemas.microsoft.com/office/powerpoint/2010/main" val="4015278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a:prstGeom prst="rect">
            <a:avLst/>
          </a:prstGeom>
        </p:spPr>
        <p:txBody>
          <a:bodyPr anchor="b">
            <a:normAutofit/>
          </a:bodyPr>
          <a:lstStyle>
            <a:lvl1pPr>
              <a:lnSpc>
                <a:spcPct val="120000"/>
              </a:lnSpc>
              <a:defRPr sz="24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92240"/>
            <a:ext cx="3657600" cy="365760"/>
          </a:xfrm>
          <a:prstGeom prst="rect">
            <a:avLst/>
          </a:prstGeom>
        </p:spPr>
        <p:txBody>
          <a:bodyPr/>
          <a:lstStyle>
            <a:lvl1pPr algn="l">
              <a:defRPr/>
            </a:lvl1p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5780532" y="6455664"/>
            <a:ext cx="630936" cy="429768"/>
          </a:xfrm>
          <a:prstGeom prst="rect">
            <a:avLst/>
          </a:prstGeom>
        </p:spPr>
        <p:txBody>
          <a:bodyPr/>
          <a:lstStyle>
            <a:lvl1pPr algn="ctr">
              <a:defRPr/>
            </a:lvl1pPr>
          </a:lstStyle>
          <a:p>
            <a:fld id="{CC057153-B650-4DEB-B370-79DDCFDCE934}" type="slidenum">
              <a:rPr lang="en-US" smtClean="0"/>
              <a:pPr/>
              <a:t>‹#›</a:t>
            </a:fld>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397240" y="6492240"/>
            <a:ext cx="3657600" cy="365760"/>
          </a:xfrm>
          <a:prstGeom prst="rect">
            <a:avLst/>
          </a:prstGeom>
        </p:spPr>
        <p:txBody>
          <a:bodyPr/>
          <a:lstStyle>
            <a:lvl1pPr algn="r">
              <a:defRPr/>
            </a:lvl1pPr>
          </a:lstStyle>
          <a:p>
            <a:fld id="{CF743D32-6A3E-4A64-8C79-B02CFF48A7E1}" type="datetime4">
              <a:rPr lang="en-US" smtClean="0"/>
              <a:t>March 16, 2026</a:t>
            </a:fld>
            <a:endParaRPr lang="en-US" dirty="0"/>
          </a:p>
        </p:txBody>
      </p:sp>
    </p:spTree>
    <p:extLst>
      <p:ext uri="{BB962C8B-B14F-4D97-AF65-F5344CB8AC3E}">
        <p14:creationId xmlns:p14="http://schemas.microsoft.com/office/powerpoint/2010/main" val="13407207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402336"/>
            <a:ext cx="10634472" cy="1088136"/>
          </a:xfrm>
          <a:prstGeom prst="rect">
            <a:avLst/>
          </a:prstGeom>
        </p:spPr>
        <p:txBody>
          <a:bodyPr anchor="ctr"/>
          <a:lstStyle>
            <a:lvl1pPr>
              <a:lnSpc>
                <a:spcPct val="12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44068" y="1771561"/>
            <a:ext cx="10639044" cy="473823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C13AFFC-4568-3E17-7C33-09B92BCA6D9E}"/>
              </a:ext>
            </a:extLst>
          </p:cNvPr>
          <p:cNvSpPr>
            <a:spLocks noGrp="1"/>
          </p:cNvSpPr>
          <p:nvPr>
            <p:ph type="ftr" sz="quarter" idx="11"/>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DDB5C042-810A-BFD3-4734-36B6D4034FEF}"/>
              </a:ext>
            </a:extLst>
          </p:cNvPr>
          <p:cNvSpPr>
            <a:spLocks noGrp="1"/>
          </p:cNvSpPr>
          <p:nvPr>
            <p:ph type="sldNum" sz="quarter" idx="12"/>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8" name="Date Placeholder 7">
            <a:extLst>
              <a:ext uri="{FF2B5EF4-FFF2-40B4-BE49-F238E27FC236}">
                <a16:creationId xmlns:a16="http://schemas.microsoft.com/office/drawing/2014/main" id="{F6179C94-72AD-605C-3C39-C90A5F2E89D3}"/>
              </a:ext>
            </a:extLst>
          </p:cNvPr>
          <p:cNvSpPr>
            <a:spLocks noGrp="1"/>
          </p:cNvSpPr>
          <p:nvPr>
            <p:ph type="dt" sz="half" idx="10"/>
          </p:nvPr>
        </p:nvSpPr>
        <p:spPr>
          <a:xfrm rot="5400000">
            <a:off x="10469880" y="4892040"/>
            <a:ext cx="2670048" cy="365760"/>
          </a:xfrm>
          <a:prstGeom prst="rect">
            <a:avLst/>
          </a:prstGeom>
        </p:spPr>
        <p:txBody>
          <a:bodyPr/>
          <a:lstStyle/>
          <a:p>
            <a:fld id="{82A871AB-7ED5-4D4E-8A6F-E8F3178D2332}" type="datetime4">
              <a:rPr lang="en-US" smtClean="0"/>
              <a:t>March 16, 2026</a:t>
            </a:fld>
            <a:endParaRPr lang="en-US" dirty="0"/>
          </a:p>
        </p:txBody>
      </p:sp>
    </p:spTree>
    <p:extLst>
      <p:ext uri="{BB962C8B-B14F-4D97-AF65-F5344CB8AC3E}">
        <p14:creationId xmlns:p14="http://schemas.microsoft.com/office/powerpoint/2010/main" val="2100659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54332BD-3B0A-AAC1-7FB3-E6D50A1D4E61}"/>
              </a:ext>
              <a:ext uri="{C183D7F6-B498-43B3-948B-1728B52AA6E4}">
                <adec:decorative xmlns:adec="http://schemas.microsoft.com/office/drawing/2017/decorative" val="1"/>
              </a:ext>
            </a:extLst>
          </p:cNvPr>
          <p:cNvCxnSpPr>
            <a:cxnSpLocks/>
          </p:cNvCxnSpPr>
          <p:nvPr/>
        </p:nvCxnSpPr>
        <p:spPr>
          <a:xfrm>
            <a:off x="5610422" y="3429000"/>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44952" y="950976"/>
            <a:ext cx="6108192" cy="2039112"/>
          </a:xfrm>
          <a:prstGeom prst="rect">
            <a:avLst/>
          </a:prstGeom>
        </p:spPr>
        <p:txBody>
          <a:bodyPr anchor="b">
            <a:normAutofit/>
          </a:bodyPr>
          <a:lstStyle>
            <a:lvl1pPr algn="ctr">
              <a:lnSpc>
                <a:spcPct val="120000"/>
              </a:lnSpc>
              <a:defRPr sz="36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3667125" y="3849688"/>
            <a:ext cx="4864100" cy="1719262"/>
          </a:xfrm>
          <a:prstGeom prst="rect">
            <a:avLst/>
          </a:prstGeom>
        </p:spPr>
        <p:txBody>
          <a:bodyPr/>
          <a:lstStyle>
            <a:lvl1pPr marL="0" indent="0" algn="ctr">
              <a:lnSpc>
                <a:spcPct val="130000"/>
              </a:lnSpc>
              <a:buNone/>
              <a:defRPr/>
            </a:lvl1pPr>
            <a:lvl2pPr marL="457200" indent="0" algn="ctr">
              <a:lnSpc>
                <a:spcPct val="130000"/>
              </a:lnSpc>
              <a:buNone/>
              <a:defRPr/>
            </a:lvl2pPr>
            <a:lvl3pPr marL="914400" indent="0" algn="ctr">
              <a:lnSpc>
                <a:spcPct val="130000"/>
              </a:lnSpc>
              <a:buNone/>
              <a:defRPr/>
            </a:lvl3pPr>
            <a:lvl4pPr marL="1371600" indent="0" algn="ctr">
              <a:lnSpc>
                <a:spcPct val="130000"/>
              </a:lnSpc>
              <a:buNone/>
              <a:defRPr/>
            </a:lvl4pPr>
            <a:lvl5pPr marL="1828800" indent="0" algn="ctr">
              <a:lnSpc>
                <a:spcPct val="130000"/>
              </a:lnSpc>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dirty="0"/>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05861B11-817A-478B-9F27-B7D56C03E9A1}" type="datetime4">
              <a:rPr lang="en-US" smtClean="0"/>
              <a:t>March 16, 2026</a:t>
            </a:fld>
            <a:endParaRPr lang="en-US" dirty="0"/>
          </a:p>
        </p:txBody>
      </p:sp>
    </p:spTree>
    <p:extLst>
      <p:ext uri="{BB962C8B-B14F-4D97-AF65-F5344CB8AC3E}">
        <p14:creationId xmlns:p14="http://schemas.microsoft.com/office/powerpoint/2010/main" val="15656208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26464" y="1856232"/>
            <a:ext cx="3904488" cy="2176272"/>
          </a:xfrm>
          <a:prstGeom prst="rect">
            <a:avLst/>
          </a:prstGeom>
        </p:spPr>
        <p:txBody>
          <a:bodyPr anchor="t">
            <a:normAutofit/>
          </a:bodyPr>
          <a:lstStyle>
            <a:lvl1pPr algn="l">
              <a:lnSpc>
                <a:spcPct val="120000"/>
              </a:lnSpc>
              <a:defRPr sz="3200"/>
            </a:lvl1pPr>
          </a:lstStyle>
          <a:p>
            <a:r>
              <a:rPr lang="en-US"/>
              <a:t>Click to edit Master title style</a:t>
            </a:r>
            <a:endParaRPr lang="en-US" dirty="0"/>
          </a:p>
        </p:txBody>
      </p:sp>
      <p:sp>
        <p:nvSpPr>
          <p:cNvPr id="11" name="Content Placeholder 10">
            <a:extLst>
              <a:ext uri="{FF2B5EF4-FFF2-40B4-BE49-F238E27FC236}">
                <a16:creationId xmlns:a16="http://schemas.microsoft.com/office/drawing/2014/main" id="{A15E685B-79A8-DE9F-775F-AF1351EBAD5E}"/>
              </a:ext>
            </a:extLst>
          </p:cNvPr>
          <p:cNvSpPr>
            <a:spLocks noGrp="1"/>
          </p:cNvSpPr>
          <p:nvPr>
            <p:ph sz="quarter" idx="17"/>
          </p:nvPr>
        </p:nvSpPr>
        <p:spPr>
          <a:xfrm>
            <a:off x="6099048" y="1856232"/>
            <a:ext cx="4480560" cy="3822192"/>
          </a:xfrm>
          <a:prstGeom prst="rect">
            <a:avLst/>
          </a:prstGeo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EE581FC-7877-B0CE-121D-A868F22C5195}"/>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12274D3-BE15-58C3-8621-19800A18B961}"/>
              </a:ext>
            </a:extLst>
          </p:cNvPr>
          <p:cNvSpPr>
            <a:spLocks noGrp="1"/>
          </p:cNvSpPr>
          <p:nvPr>
            <p:ph type="sldNum" sz="quarter" idx="16"/>
          </p:nvPr>
        </p:nvSpPr>
        <p:spPr>
          <a:xfrm>
            <a:off x="11494008" y="3218688"/>
            <a:ext cx="630936" cy="429768"/>
          </a:xfrm>
          <a:prstGeom prst="rect">
            <a:avLst/>
          </a:prstGeom>
        </p:spPr>
        <p:txBody>
          <a:bodyPr/>
          <a:lstStyle/>
          <a:p>
            <a:pPr algn="ctr"/>
            <a:fld id="{8D252C1B-CBF0-4A4D-8F57-7FB989103249}" type="slidenum">
              <a:rPr lang="en-US" smtClean="0"/>
              <a:pPr algn="ctr"/>
              <a:t>‹#›</a:t>
            </a:fld>
            <a:endParaRPr lang="en-US" dirty="0"/>
          </a:p>
        </p:txBody>
      </p:sp>
      <p:sp>
        <p:nvSpPr>
          <p:cNvPr id="3" name="Date Placeholder 2">
            <a:extLst>
              <a:ext uri="{FF2B5EF4-FFF2-40B4-BE49-F238E27FC236}">
                <a16:creationId xmlns:a16="http://schemas.microsoft.com/office/drawing/2014/main" id="{E280F01D-414D-407C-1408-9645303C8BAC}"/>
              </a:ext>
            </a:extLst>
          </p:cNvPr>
          <p:cNvSpPr>
            <a:spLocks noGrp="1"/>
          </p:cNvSpPr>
          <p:nvPr>
            <p:ph type="dt" sz="half" idx="14"/>
          </p:nvPr>
        </p:nvSpPr>
        <p:spPr>
          <a:xfrm rot="5400000">
            <a:off x="10469880" y="4892040"/>
            <a:ext cx="2670048" cy="365760"/>
          </a:xfrm>
          <a:prstGeom prst="rect">
            <a:avLst/>
          </a:prstGeom>
        </p:spPr>
        <p:txBody>
          <a:bodyPr/>
          <a:lstStyle/>
          <a:p>
            <a:fld id="{05861B11-817A-478B-9F27-B7D56C03E9A1}" type="datetime4">
              <a:rPr lang="en-US" smtClean="0"/>
              <a:t>March 16, 2026</a:t>
            </a:fld>
            <a:endParaRPr lang="en-US" dirty="0"/>
          </a:p>
        </p:txBody>
      </p:sp>
    </p:spTree>
    <p:extLst>
      <p:ext uri="{BB962C8B-B14F-4D97-AF65-F5344CB8AC3E}">
        <p14:creationId xmlns:p14="http://schemas.microsoft.com/office/powerpoint/2010/main" val="30196394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382DE3D-8384-2ED9-7C71-665F47AAD429}"/>
              </a:ext>
              <a:ext uri="{C183D7F6-B498-43B3-948B-1728B52AA6E4}">
                <adec:decorative xmlns:adec="http://schemas.microsoft.com/office/drawing/2017/decorative" val="1"/>
              </a:ext>
            </a:extLst>
          </p:cNvPr>
          <p:cNvSpPr/>
          <p:nvPr/>
        </p:nvSpPr>
        <p:spPr>
          <a:xfrm>
            <a:off x="0" y="0"/>
            <a:ext cx="722376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18388" y="2002536"/>
            <a:ext cx="5586984" cy="289864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891272" y="758952"/>
            <a:ext cx="3200400"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AA9F39B-6447-60F2-A02B-7241C415ABA1}"/>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2" name="Slide Number Placeholder 11">
            <a:extLst>
              <a:ext uri="{FF2B5EF4-FFF2-40B4-BE49-F238E27FC236}">
                <a16:creationId xmlns:a16="http://schemas.microsoft.com/office/drawing/2014/main" id="{23154C80-9BCD-5911-3E82-CB97ECBB41E3}"/>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0" name="Date Placeholder 9">
            <a:extLst>
              <a:ext uri="{FF2B5EF4-FFF2-40B4-BE49-F238E27FC236}">
                <a16:creationId xmlns:a16="http://schemas.microsoft.com/office/drawing/2014/main" id="{B16BA4B7-B6C7-185E-7431-9A13D584D752}"/>
              </a:ext>
            </a:extLst>
          </p:cNvPr>
          <p:cNvSpPr>
            <a:spLocks noGrp="1"/>
          </p:cNvSpPr>
          <p:nvPr>
            <p:ph type="dt" sz="half" idx="14"/>
          </p:nvPr>
        </p:nvSpPr>
        <p:spPr>
          <a:xfrm rot="5400000">
            <a:off x="10469880" y="4892040"/>
            <a:ext cx="2670048" cy="365760"/>
          </a:xfrm>
          <a:prstGeom prst="rect">
            <a:avLst/>
          </a:prstGeom>
        </p:spPr>
        <p:txBody>
          <a:bodyPr/>
          <a:lstStyle/>
          <a:p>
            <a:fld id="{22E6E2B2-89ED-4010-BF21-01AAF1B26176}" type="datetime4">
              <a:rPr lang="en-US" smtClean="0"/>
              <a:t>March 16, 2026</a:t>
            </a:fld>
            <a:endParaRPr lang="en-US" dirty="0"/>
          </a:p>
        </p:txBody>
      </p:sp>
    </p:spTree>
    <p:extLst>
      <p:ext uri="{BB962C8B-B14F-4D97-AF65-F5344CB8AC3E}">
        <p14:creationId xmlns:p14="http://schemas.microsoft.com/office/powerpoint/2010/main" val="36760407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1" y="1344168"/>
            <a:ext cx="3986784" cy="38130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30952" y="1344168"/>
            <a:ext cx="5486400" cy="45811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34BCAAF6-AC06-E7D8-D0C6-D9D520E07E6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73D48925-A360-AD49-BC43-5262EA064BDC}"/>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78585171-F384-B8C1-2D82-898DAB291C88}"/>
              </a:ext>
            </a:extLst>
          </p:cNvPr>
          <p:cNvSpPr>
            <a:spLocks noGrp="1"/>
          </p:cNvSpPr>
          <p:nvPr>
            <p:ph type="dt" sz="half" idx="14"/>
          </p:nvPr>
        </p:nvSpPr>
        <p:spPr>
          <a:xfrm rot="5400000">
            <a:off x="10469880" y="4892040"/>
            <a:ext cx="2670048" cy="365760"/>
          </a:xfrm>
          <a:prstGeom prst="rect">
            <a:avLst/>
          </a:prstGeom>
        </p:spPr>
        <p:txBody>
          <a:bodyPr/>
          <a:lstStyle/>
          <a:p>
            <a:fld id="{8C1E04B3-6EFC-4A78-AA6A-60832F17CF00}" type="datetime4">
              <a:rPr lang="en-US" smtClean="0"/>
              <a:t>March 16, 2026</a:t>
            </a:fld>
            <a:endParaRPr lang="en-US" dirty="0"/>
          </a:p>
        </p:txBody>
      </p:sp>
    </p:spTree>
    <p:extLst>
      <p:ext uri="{BB962C8B-B14F-4D97-AF65-F5344CB8AC3E}">
        <p14:creationId xmlns:p14="http://schemas.microsoft.com/office/powerpoint/2010/main" val="23667375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Content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6096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6" name="Oval 5">
            <a:extLst>
              <a:ext uri="{FF2B5EF4-FFF2-40B4-BE49-F238E27FC236}">
                <a16:creationId xmlns:a16="http://schemas.microsoft.com/office/drawing/2014/main" id="{E6D9E92F-86F7-70EE-6794-AB1238672DBD}"/>
              </a:ext>
              <a:ext uri="{C183D7F6-B498-43B3-948B-1728B52AA6E4}">
                <adec:decorative xmlns:adec="http://schemas.microsoft.com/office/drawing/2017/decorative" val="1"/>
              </a:ext>
            </a:extLst>
          </p:cNvPr>
          <p:cNvSpPr/>
          <p:nvPr/>
        </p:nvSpPr>
        <p:spPr>
          <a:xfrm>
            <a:off x="733197" y="1113411"/>
            <a:ext cx="4629606" cy="46296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42416" y="2286000"/>
            <a:ext cx="3968496" cy="2286000"/>
          </a:xfrm>
          <a:prstGeom prst="rect">
            <a:avLst/>
          </a:prstGeom>
        </p:spPr>
        <p:txBody>
          <a:bodyPr anchor="ctr">
            <a:normAutofit/>
          </a:bodyPr>
          <a:lstStyle>
            <a:lvl1pPr algn="ct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830568" y="758952"/>
            <a:ext cx="439826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56C8F4CF-B70B-4C15-984E-A2819317B9BC}" type="datetime4">
              <a:rPr lang="en-US" smtClean="0"/>
              <a:t>March 16, 2026</a:t>
            </a:fld>
            <a:endParaRPr lang="en-US" dirty="0"/>
          </a:p>
        </p:txBody>
      </p:sp>
    </p:spTree>
    <p:extLst>
      <p:ext uri="{BB962C8B-B14F-4D97-AF65-F5344CB8AC3E}">
        <p14:creationId xmlns:p14="http://schemas.microsoft.com/office/powerpoint/2010/main" val="172574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24711" y="1042416"/>
            <a:ext cx="8778239" cy="859536"/>
          </a:xfrm>
          <a:prstGeom prst="rect">
            <a:avLst/>
          </a:prstGeom>
        </p:spPr>
        <p:txBody>
          <a:bodyPr anchor="b">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1124712" y="2286000"/>
            <a:ext cx="8778240" cy="385876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EFC9B9E8-80AD-45CC-95E9-27F5BB7F39C8}" type="datetime4">
              <a:rPr lang="en-US" smtClean="0"/>
              <a:t>March 16, 2026</a:t>
            </a:fld>
            <a:endParaRPr lang="en-US" dirty="0"/>
          </a:p>
        </p:txBody>
      </p:sp>
    </p:spTree>
    <p:extLst>
      <p:ext uri="{BB962C8B-B14F-4D97-AF65-F5344CB8AC3E}">
        <p14:creationId xmlns:p14="http://schemas.microsoft.com/office/powerpoint/2010/main" val="2534304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E3C4E9-3EF9-F1D7-9682-F8F8A212835E}"/>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700784"/>
            <a:ext cx="3127248" cy="3447288"/>
          </a:xfrm>
          <a:prstGeom prst="rect">
            <a:avLst/>
          </a:prstGeom>
        </p:spPr>
        <p:txBody>
          <a:bodyPr anchor="ctr">
            <a:normAutofit/>
          </a:bodyPr>
          <a:lstStyle>
            <a:lvl1pPr algn="ctr">
              <a:lnSpc>
                <a:spcPct val="120000"/>
              </a:lnSpc>
              <a:defRPr sz="28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782312" y="758952"/>
            <a:ext cx="6419088"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6B6EFBAA-5DC1-29BB-5E7C-D3161CE848C9}"/>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2AB4F126-3659-1B8C-0217-AAEB427F481F}"/>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13" name="Date Placeholder 12">
            <a:extLst>
              <a:ext uri="{FF2B5EF4-FFF2-40B4-BE49-F238E27FC236}">
                <a16:creationId xmlns:a16="http://schemas.microsoft.com/office/drawing/2014/main" id="{C5560928-8A30-5E32-D337-B8F5011C0680}"/>
              </a:ext>
            </a:extLst>
          </p:cNvPr>
          <p:cNvSpPr>
            <a:spLocks noGrp="1"/>
          </p:cNvSpPr>
          <p:nvPr>
            <p:ph type="dt" sz="half" idx="14"/>
          </p:nvPr>
        </p:nvSpPr>
        <p:spPr>
          <a:xfrm rot="5400000">
            <a:off x="10469880" y="4892040"/>
            <a:ext cx="2670048" cy="365760"/>
          </a:xfrm>
          <a:prstGeom prst="rect">
            <a:avLst/>
          </a:prstGeom>
        </p:spPr>
        <p:txBody>
          <a:bodyPr/>
          <a:lstStyle/>
          <a:p>
            <a:fld id="{975AFCBC-EAEB-42CB-8D24-30DB5DBF59BF}" type="datetime4">
              <a:rPr lang="en-US" smtClean="0"/>
              <a:t>March 16, 2026</a:t>
            </a:fld>
            <a:endParaRPr lang="en-US" dirty="0"/>
          </a:p>
        </p:txBody>
      </p:sp>
    </p:spTree>
    <p:extLst>
      <p:ext uri="{BB962C8B-B14F-4D97-AF65-F5344CB8AC3E}">
        <p14:creationId xmlns:p14="http://schemas.microsoft.com/office/powerpoint/2010/main" val="519174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026664" cy="4114800"/>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187952" y="548640"/>
            <a:ext cx="7159752" cy="59527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fld id="{3C1D2A58-BBFE-4FA3-82C9-F8405E63A9E3}" type="datetime4">
              <a:rPr lang="en-US" smtClean="0"/>
              <a:t>March 16, 2026</a:t>
            </a:fld>
            <a:endParaRPr lang="en-US" dirty="0"/>
          </a:p>
        </p:txBody>
      </p:sp>
    </p:spTree>
    <p:extLst>
      <p:ext uri="{BB962C8B-B14F-4D97-AF65-F5344CB8AC3E}">
        <p14:creationId xmlns:p14="http://schemas.microsoft.com/office/powerpoint/2010/main" val="2610922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6720840" cy="1152144"/>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6720840"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p:nvPr>
        </p:nvSpPr>
        <p:spPr>
          <a:xfrm>
            <a:off x="8132064" y="758952"/>
            <a:ext cx="330098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E5591F76-1715-4F67-B3D5-49AB2AC038C7}" type="datetime4">
              <a:rPr lang="en-US" smtClean="0"/>
              <a:t>March 16, 2026</a:t>
            </a:fld>
            <a:endParaRPr lang="en-US" dirty="0"/>
          </a:p>
        </p:txBody>
      </p:sp>
    </p:spTree>
    <p:extLst>
      <p:ext uri="{BB962C8B-B14F-4D97-AF65-F5344CB8AC3E}">
        <p14:creationId xmlns:p14="http://schemas.microsoft.com/office/powerpoint/2010/main" val="26674668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Content Photo 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4782312" y="603504"/>
            <a:ext cx="6464808" cy="1307592"/>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20535D10-41EB-053D-2D2E-87120111A06A}"/>
              </a:ext>
            </a:extLst>
          </p:cNvPr>
          <p:cNvSpPr>
            <a:spLocks noGrp="1"/>
          </p:cNvSpPr>
          <p:nvPr>
            <p:ph type="pic" sz="quarter" idx="18"/>
          </p:nvPr>
        </p:nvSpPr>
        <p:spPr>
          <a:xfrm>
            <a:off x="0" y="0"/>
            <a:ext cx="4050792" cy="6858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2258568"/>
            <a:ext cx="6464808" cy="399592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60B1AB68-E524-45F3-BDEF-1171DB6F8FE2}" type="datetime4">
              <a:rPr lang="en-US" smtClean="0"/>
              <a:t>March 16, 2026</a:t>
            </a:fld>
            <a:endParaRPr lang="en-US" dirty="0"/>
          </a:p>
        </p:txBody>
      </p:sp>
    </p:spTree>
    <p:extLst>
      <p:ext uri="{BB962C8B-B14F-4D97-AF65-F5344CB8AC3E}">
        <p14:creationId xmlns:p14="http://schemas.microsoft.com/office/powerpoint/2010/main" val="41199864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Photo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7" y="256032"/>
            <a:ext cx="6949439" cy="1124712"/>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755648"/>
            <a:ext cx="694944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p:nvPr>
        </p:nvSpPr>
        <p:spPr>
          <a:xfrm>
            <a:off x="8129016" y="758952"/>
            <a:ext cx="330098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B656B529-8CC8-41AF-B3B9-5F6CBDD653EB}" type="datetime4">
              <a:rPr lang="en-US" smtClean="0"/>
              <a:t>March 16, 2026</a:t>
            </a:fld>
            <a:endParaRPr lang="en-US" dirty="0"/>
          </a:p>
        </p:txBody>
      </p:sp>
    </p:spTree>
    <p:extLst>
      <p:ext uri="{BB962C8B-B14F-4D97-AF65-F5344CB8AC3E}">
        <p14:creationId xmlns:p14="http://schemas.microsoft.com/office/powerpoint/2010/main" val="18097443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Photo 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674914"/>
            <a:ext cx="4544568" cy="1228925"/>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544568" cy="3950208"/>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5958293" y="750863"/>
            <a:ext cx="5358384" cy="535838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dpi="0" rotWithShape="1">
            <a:blip r:embed="rId2" cstate="screen">
              <a:alphaModFix amt="7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dirty="0"/>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1E524DE9-A152-4C31-ADCE-A986CED17DA5}" type="datetime4">
              <a:rPr lang="en-US" smtClean="0"/>
              <a:t>March 16, 2026</a:t>
            </a:fld>
            <a:endParaRPr lang="en-US" dirty="0"/>
          </a:p>
        </p:txBody>
      </p:sp>
    </p:spTree>
    <p:extLst>
      <p:ext uri="{BB962C8B-B14F-4D97-AF65-F5344CB8AC3E}">
        <p14:creationId xmlns:p14="http://schemas.microsoft.com/office/powerpoint/2010/main" val="1988335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Content Photo 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5477256" cy="1143000"/>
          </a:xfrm>
          <a:prstGeom prst="rect">
            <a:avLst/>
          </a:prstGeom>
        </p:spPr>
        <p:txBody>
          <a:bodyPr/>
          <a:lstStyle>
            <a:lvl1pPr>
              <a:lnSpc>
                <a:spcPct val="120000"/>
              </a:lnSpc>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5330952"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dirty="0"/>
              <a:t>Click to edit Master text styles</a:t>
            </a:r>
          </a:p>
          <a:p>
            <a:pPr lvl="1">
              <a:lnSpc>
                <a:spcPct val="130000"/>
              </a:lnSpc>
            </a:pPr>
            <a:r>
              <a:rPr lang="en-US" dirty="0"/>
              <a:t>Second level</a:t>
            </a:r>
          </a:p>
          <a:p>
            <a:pPr lvl="2">
              <a:lnSpc>
                <a:spcPct val="130000"/>
              </a:lnSpc>
            </a:pPr>
            <a:r>
              <a:rPr lang="en-US" dirty="0"/>
              <a:t>Third level</a:t>
            </a:r>
          </a:p>
          <a:p>
            <a:pPr lvl="3">
              <a:lnSpc>
                <a:spcPct val="130000"/>
              </a:lnSpc>
            </a:pPr>
            <a:r>
              <a:rPr lang="en-US" dirty="0"/>
              <a:t>Fourth level</a:t>
            </a:r>
          </a:p>
          <a:p>
            <a:pPr lvl="4">
              <a:lnSpc>
                <a:spcPct val="130000"/>
              </a:lnSpc>
            </a:pPr>
            <a:r>
              <a:rPr lang="en-US" dirty="0"/>
              <a:t>Fifth level</a:t>
            </a:r>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638544" y="1115568"/>
            <a:ext cx="4626864" cy="462686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C0AA3DF6-7586-4554-A0A7-5EA6F634DD80}" type="datetime4">
              <a:rPr lang="en-US" smtClean="0"/>
              <a:t>March 16, 2026</a:t>
            </a:fld>
            <a:endParaRPr lang="en-US" dirty="0"/>
          </a:p>
        </p:txBody>
      </p:sp>
    </p:spTree>
    <p:extLst>
      <p:ext uri="{BB962C8B-B14F-4D97-AF65-F5344CB8AC3E}">
        <p14:creationId xmlns:p14="http://schemas.microsoft.com/office/powerpoint/2010/main" val="7285343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Content Photo 6">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758952"/>
            <a:ext cx="10570464" cy="621792"/>
          </a:xfrm>
          <a:prstGeom prst="rect">
            <a:avLst/>
          </a:prstGeom>
        </p:spPr>
        <p:txBody>
          <a:bodyPr/>
          <a:lstStyle>
            <a:lvl1pPr>
              <a:lnSpc>
                <a:spcPct val="120000"/>
              </a:lnSpc>
              <a:defRPr/>
            </a:lvl1p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12648" y="1837944"/>
            <a:ext cx="4261104" cy="426110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42432" y="1755648"/>
            <a:ext cx="5376672" cy="441655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3F678DD5-4A78-4915-8B2F-9F728F25EACB}" type="datetime4">
              <a:rPr lang="en-US" smtClean="0"/>
              <a:t>March 16, 2026</a:t>
            </a:fld>
            <a:endParaRPr lang="en-US" dirty="0"/>
          </a:p>
        </p:txBody>
      </p:sp>
    </p:spTree>
    <p:extLst>
      <p:ext uri="{BB962C8B-B14F-4D97-AF65-F5344CB8AC3E}">
        <p14:creationId xmlns:p14="http://schemas.microsoft.com/office/powerpoint/2010/main" val="39824149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4736592"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258568"/>
            <a:ext cx="475488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6083808" y="0"/>
            <a:ext cx="6108192" cy="6857999"/>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296D8935-F81E-4ACE-9357-FFBB85497D10}" type="datetime4">
              <a:rPr lang="en-US" smtClean="0"/>
              <a:t>March 16, 2026</a:t>
            </a:fld>
            <a:endParaRPr lang="en-US" dirty="0"/>
          </a:p>
        </p:txBody>
      </p:sp>
    </p:spTree>
    <p:extLst>
      <p:ext uri="{BB962C8B-B14F-4D97-AF65-F5344CB8AC3E}">
        <p14:creationId xmlns:p14="http://schemas.microsoft.com/office/powerpoint/2010/main" val="34823423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Content Photo 8">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E0D260-A526-F079-44B3-C9B03816FFDD}"/>
              </a:ext>
            </a:extLst>
          </p:cNvPr>
          <p:cNvSpPr>
            <a:spLocks noGrp="1"/>
          </p:cNvSpPr>
          <p:nvPr>
            <p:ph type="title"/>
          </p:nvPr>
        </p:nvSpPr>
        <p:spPr>
          <a:xfrm>
            <a:off x="7569582" y="758952"/>
            <a:ext cx="3842130" cy="1143000"/>
          </a:xfrm>
          <a:prstGeom prst="rect">
            <a:avLst/>
          </a:prstGeom>
        </p:spPr>
        <p:txBody>
          <a:body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1" y="0"/>
            <a:ext cx="6835155" cy="6857999"/>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569582" y="2258568"/>
            <a:ext cx="3700397"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E9032EC0-3635-4E84-9DBA-120CF3291268}" type="datetime4">
              <a:rPr lang="en-US" smtClean="0"/>
              <a:t>March 16, 2026</a:t>
            </a:fld>
            <a:endParaRPr lang="en-US" dirty="0"/>
          </a:p>
        </p:txBody>
      </p:sp>
    </p:spTree>
    <p:extLst>
      <p:ext uri="{BB962C8B-B14F-4D97-AF65-F5344CB8AC3E}">
        <p14:creationId xmlns:p14="http://schemas.microsoft.com/office/powerpoint/2010/main" val="3451082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58952"/>
            <a:ext cx="3704970" cy="1143000"/>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9" y="2258568"/>
            <a:ext cx="3704970" cy="384048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6" name="Picture Placeholder 5">
            <a:extLst>
              <a:ext uri="{FF2B5EF4-FFF2-40B4-BE49-F238E27FC236}">
                <a16:creationId xmlns:a16="http://schemas.microsoft.com/office/drawing/2014/main" id="{D7425CE9-1989-E4AC-20C4-20216538CD64}"/>
              </a:ext>
            </a:extLst>
          </p:cNvPr>
          <p:cNvSpPr>
            <a:spLocks noGrp="1"/>
          </p:cNvSpPr>
          <p:nvPr>
            <p:ph type="pic" sz="quarter" idx="18"/>
          </p:nvPr>
        </p:nvSpPr>
        <p:spPr>
          <a:xfrm>
            <a:off x="5069897" y="758952"/>
            <a:ext cx="6360104" cy="5330952"/>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effectLst/>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effectLst/>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effectLst/>
              </a:defRPr>
            </a:lvl1pPr>
          </a:lstStyle>
          <a:p>
            <a:fld id="{AE086B11-F8F7-41A1-8100-A1B2A659A8BB}" type="datetime4">
              <a:rPr lang="en-US" smtClean="0"/>
              <a:t>March 16, 2026</a:t>
            </a:fld>
            <a:endParaRPr lang="en-US" dirty="0"/>
          </a:p>
        </p:txBody>
      </p:sp>
    </p:spTree>
    <p:extLst>
      <p:ext uri="{BB962C8B-B14F-4D97-AF65-F5344CB8AC3E}">
        <p14:creationId xmlns:p14="http://schemas.microsoft.com/office/powerpoint/2010/main" val="4007767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73619" y="1078992"/>
            <a:ext cx="2898648" cy="1947672"/>
          </a:xfrm>
          <a:prstGeom prst="rect">
            <a:avLst/>
          </a:prstGeom>
        </p:spPr>
        <p:txBody>
          <a:bodyPr vert="horz" lIns="91440" tIns="45720" rIns="91440" bIns="45720" rtlCol="0" anchor="b">
            <a:noAutofit/>
          </a:bodyPr>
          <a:lstStyle>
            <a:lvl1pPr>
              <a:defRPr lang="en-US" dirty="0"/>
            </a:lvl1pPr>
          </a:lstStyle>
          <a:p>
            <a:pPr lvl="0">
              <a:lnSpc>
                <a:spcPct val="120000"/>
              </a:lnSpc>
            </a:pPr>
            <a:r>
              <a:rPr lang="en-US"/>
              <a:t>Click to edit Master title style</a:t>
            </a:r>
            <a:endParaRPr lang="en-US" dirty="0"/>
          </a:p>
        </p:txBody>
      </p:sp>
      <p:sp>
        <p:nvSpPr>
          <p:cNvPr id="12" name="Picture Placeholder 11">
            <a:extLst>
              <a:ext uri="{FF2B5EF4-FFF2-40B4-BE49-F238E27FC236}">
                <a16:creationId xmlns:a16="http://schemas.microsoft.com/office/drawing/2014/main" id="{91A58A98-8307-74B9-8466-17F65EA798AC}"/>
              </a:ext>
            </a:extLst>
          </p:cNvPr>
          <p:cNvSpPr>
            <a:spLocks noGrp="1"/>
          </p:cNvSpPr>
          <p:nvPr>
            <p:ph type="pic" sz="quarter" idx="18"/>
          </p:nvPr>
        </p:nvSpPr>
        <p:spPr>
          <a:xfrm>
            <a:off x="0" y="0"/>
            <a:ext cx="7810394" cy="6858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73619" y="3099816"/>
            <a:ext cx="2898648" cy="2953512"/>
          </a:xfrm>
          <a:prstGeom prst="rect">
            <a:avLst/>
          </a:prstGeom>
        </p:spPr>
        <p:txBody>
          <a:bodyPr vert="horz" lIns="91440" tIns="45720" rIns="91440" bIns="45720" rtlCol="0">
            <a:norm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9488F9E5-3D9D-C4E8-DF44-34F555905C9C}"/>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37F38DE2-1429-FE2C-93AA-9AB9D9950E29}"/>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78FAB3D1-987F-D6AE-2703-22238530CE39}"/>
              </a:ext>
            </a:extLst>
          </p:cNvPr>
          <p:cNvSpPr>
            <a:spLocks noGrp="1"/>
          </p:cNvSpPr>
          <p:nvPr>
            <p:ph type="dt" sz="half" idx="15"/>
          </p:nvPr>
        </p:nvSpPr>
        <p:spPr>
          <a:xfrm rot="5400000">
            <a:off x="10469880" y="4892040"/>
            <a:ext cx="2670048" cy="365760"/>
          </a:xfrm>
          <a:prstGeom prst="rect">
            <a:avLst/>
          </a:prstGeom>
        </p:spPr>
        <p:txBody>
          <a:bodyPr/>
          <a:lstStyle/>
          <a:p>
            <a:fld id="{3141F61D-9B6F-4991-8217-155448F8718E}" type="datetime4">
              <a:rPr lang="en-US" smtClean="0"/>
              <a:t>March 16, 2026</a:t>
            </a:fld>
            <a:endParaRPr lang="en-US" dirty="0"/>
          </a:p>
        </p:txBody>
      </p:sp>
    </p:spTree>
    <p:extLst>
      <p:ext uri="{BB962C8B-B14F-4D97-AF65-F5344CB8AC3E}">
        <p14:creationId xmlns:p14="http://schemas.microsoft.com/office/powerpoint/2010/main" val="27664342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10328"/>
            <a:ext cx="3621024" cy="1386300"/>
          </a:xfrm>
          <a:prstGeom prst="rect">
            <a:avLst/>
          </a:prstGeom>
        </p:spPr>
        <p:txBody>
          <a:bodyPr vert="horz" lIns="91440" tIns="45720" rIns="91440" bIns="45720" rtlCol="0" anchor="t">
            <a:noAutofit/>
          </a:bodyPr>
          <a:lstStyle>
            <a:lvl1pPr>
              <a:defRPr lang="en-US" sz="2400" dirty="0"/>
            </a:lvl1pPr>
          </a:lstStyle>
          <a:p>
            <a:pPr lvl="0">
              <a:lnSpc>
                <a:spcPct val="120000"/>
              </a:lnSpc>
            </a:pPr>
            <a:r>
              <a:rPr lang="en-US"/>
              <a:t>Click to edit Master title style</a:t>
            </a:r>
            <a:endParaRPr lang="en-US" dirty="0"/>
          </a:p>
        </p:txBody>
      </p:sp>
      <p:sp>
        <p:nvSpPr>
          <p:cNvPr id="11" name="Picture Placeholder 10">
            <a:extLst>
              <a:ext uri="{FF2B5EF4-FFF2-40B4-BE49-F238E27FC236}">
                <a16:creationId xmlns:a16="http://schemas.microsoft.com/office/drawing/2014/main" id="{39DAB963-58B8-E061-879B-826ED90F4AD9}"/>
              </a:ext>
            </a:extLst>
          </p:cNvPr>
          <p:cNvSpPr>
            <a:spLocks noGrp="1"/>
          </p:cNvSpPr>
          <p:nvPr>
            <p:ph type="pic" sz="quarter" idx="19"/>
          </p:nvPr>
        </p:nvSpPr>
        <p:spPr>
          <a:xfrm>
            <a:off x="740664" y="0"/>
            <a:ext cx="10680192" cy="4562856"/>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56048" y="4910328"/>
            <a:ext cx="6473952" cy="1499616"/>
          </a:xfrm>
          <a:prstGeom prst="rect">
            <a:avLst/>
          </a:prstGeom>
        </p:spPr>
        <p:txBody>
          <a:bodyPr vert="horz" lIns="91440" tIns="45720" rIns="91440" bIns="45720" rtlCol="0">
            <a:noAutofit/>
          </a:bodyPr>
          <a:lstStyle>
            <a:lvl1pPr marL="0" indent="0">
              <a:buNone/>
              <a:defRPr lang="en-US" sz="16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4" name="Footer Placeholder 3">
            <a:extLst>
              <a:ext uri="{FF2B5EF4-FFF2-40B4-BE49-F238E27FC236}">
                <a16:creationId xmlns:a16="http://schemas.microsoft.com/office/drawing/2014/main" id="{3490BDC3-84FA-EB76-95E5-B0B30F2D695B}"/>
              </a:ext>
            </a:extLst>
          </p:cNvPr>
          <p:cNvSpPr>
            <a:spLocks noGrp="1"/>
          </p:cNvSpPr>
          <p:nvPr>
            <p:ph type="ftr" sz="quarter" idx="17"/>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E5928215-E177-7864-608E-E316FDF22E31}"/>
              </a:ext>
            </a:extLst>
          </p:cNvPr>
          <p:cNvSpPr>
            <a:spLocks noGrp="1"/>
          </p:cNvSpPr>
          <p:nvPr>
            <p:ph type="sldNum" sz="quarter" idx="18"/>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5A3E53CA-A1D0-15C5-B9BF-4F653C8DE88C}"/>
              </a:ext>
            </a:extLst>
          </p:cNvPr>
          <p:cNvSpPr>
            <a:spLocks noGrp="1"/>
          </p:cNvSpPr>
          <p:nvPr>
            <p:ph type="dt" sz="half" idx="16"/>
          </p:nvPr>
        </p:nvSpPr>
        <p:spPr>
          <a:xfrm rot="5400000">
            <a:off x="10469880" y="4892040"/>
            <a:ext cx="2670048" cy="365760"/>
          </a:xfrm>
          <a:prstGeom prst="rect">
            <a:avLst/>
          </a:prstGeom>
        </p:spPr>
        <p:txBody>
          <a:bodyPr/>
          <a:lstStyle/>
          <a:p>
            <a:fld id="{F9A12704-D1A4-47EE-A678-E3D89F2457B6}" type="datetime4">
              <a:rPr lang="en-US" smtClean="0"/>
              <a:t>March 16, 2026</a:t>
            </a:fld>
            <a:endParaRPr lang="en-US" dirty="0"/>
          </a:p>
        </p:txBody>
      </p:sp>
    </p:spTree>
    <p:extLst>
      <p:ext uri="{BB962C8B-B14F-4D97-AF65-F5344CB8AC3E}">
        <p14:creationId xmlns:p14="http://schemas.microsoft.com/office/powerpoint/2010/main" val="9770513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Content Photo 1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F04DE9B-00A7-2020-4385-0B94AAD6AC47}"/>
              </a:ext>
            </a:extLst>
          </p:cNvPr>
          <p:cNvSpPr>
            <a:spLocks noGrp="1"/>
          </p:cNvSpPr>
          <p:nvPr>
            <p:ph type="title"/>
          </p:nvPr>
        </p:nvSpPr>
        <p:spPr>
          <a:xfrm>
            <a:off x="612648" y="457200"/>
            <a:ext cx="10277856" cy="923544"/>
          </a:xfrm>
          <a:prstGeom prst="rect">
            <a:avLst/>
          </a:prstGeom>
        </p:spPr>
        <p:txBody>
          <a:bodyPr/>
          <a:lstStyle>
            <a:lvl1pPr>
              <a:lnSpc>
                <a:spcPct val="120000"/>
              </a:lnSpc>
              <a:defRPr/>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A7C02181-FA39-ABBD-5759-8846E0FE79F6}"/>
              </a:ext>
            </a:extLst>
          </p:cNvPr>
          <p:cNvSpPr>
            <a:spLocks noGrp="1"/>
          </p:cNvSpPr>
          <p:nvPr>
            <p:ph type="pic" sz="quarter" idx="18"/>
          </p:nvPr>
        </p:nvSpPr>
        <p:spPr>
          <a:xfrm>
            <a:off x="612648" y="1892808"/>
            <a:ext cx="3054096" cy="420624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187952" y="1755648"/>
            <a:ext cx="7159752"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p>
            <a:fld id="{70153AA3-4A38-4943-836A-2819A5E5EE8A}" type="datetime4">
              <a:rPr lang="en-US" smtClean="0"/>
              <a:t>March 16, 2026</a:t>
            </a:fld>
            <a:endParaRPr lang="en-US" dirty="0"/>
          </a:p>
        </p:txBody>
      </p:sp>
    </p:spTree>
    <p:extLst>
      <p:ext uri="{BB962C8B-B14F-4D97-AF65-F5344CB8AC3E}">
        <p14:creationId xmlns:p14="http://schemas.microsoft.com/office/powerpoint/2010/main" val="3821228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3995928"/>
            <a:ext cx="3456432" cy="1920240"/>
          </a:xfrm>
          <a:prstGeom prst="rect">
            <a:avLst/>
          </a:prstGeom>
        </p:spPr>
        <p:txBody>
          <a:bodyPr vert="horz" lIns="91440" tIns="45720" rIns="91440" bIns="45720" rtlCol="0" anchor="ctr">
            <a:noAutofit/>
          </a:bodyPr>
          <a:lstStyle>
            <a:lvl1pPr algn="ctr">
              <a:defRPr lang="en-US" sz="2600" dirty="0">
                <a:solidFill>
                  <a:schemeClr val="tx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960120" y="960120"/>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CEA17BE6-69A3-4517-A7DD-30A057B4C187}" type="datetime4">
              <a:rPr lang="en-US" smtClean="0"/>
              <a:t>March 16, 2026</a:t>
            </a:fld>
            <a:endParaRPr lang="en-US" dirty="0"/>
          </a:p>
        </p:txBody>
      </p:sp>
    </p:spTree>
    <p:extLst>
      <p:ext uri="{BB962C8B-B14F-4D97-AF65-F5344CB8AC3E}">
        <p14:creationId xmlns:p14="http://schemas.microsoft.com/office/powerpoint/2010/main" val="3705582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819477"/>
            <a:ext cx="4617720" cy="1197864"/>
          </a:xfrm>
          <a:prstGeom prst="rect">
            <a:avLst/>
          </a:prstGeom>
        </p:spPr>
        <p:txBody>
          <a:bodyPr vert="horz" lIns="91440" tIns="45720" rIns="91440" bIns="45720" rtlCol="0" anchor="t">
            <a:noAutofit/>
          </a:bodyPr>
          <a:lstStyle>
            <a:lvl1pPr algn="l">
              <a:defRPr lang="en-US" sz="2800" dirty="0">
                <a:solidFill>
                  <a:schemeClr val="tx1"/>
                </a:solidFill>
              </a:defRPr>
            </a:lvl1pPr>
          </a:lstStyle>
          <a:p>
            <a:pPr lvl="0">
              <a:lnSpc>
                <a:spcPct val="120000"/>
              </a:lnSpc>
            </a:pPr>
            <a:r>
              <a:rPr lang="en-US"/>
              <a:t>Click to edit Master title style</a:t>
            </a:r>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950976" y="2148840"/>
            <a:ext cx="3877056" cy="3877056"/>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843016" y="950976"/>
            <a:ext cx="5586984" cy="5330952"/>
          </a:xfrm>
          <a:prstGeom prst="rect">
            <a:avLst/>
          </a:prstGeo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fld id="{D2AB56CD-0412-499D-B7C9-AB2AAC92AE15}" type="datetime4">
              <a:rPr lang="en-US" smtClean="0"/>
              <a:t>March 16, 2026</a:t>
            </a:fld>
            <a:endParaRPr lang="en-US" dirty="0"/>
          </a:p>
        </p:txBody>
      </p:sp>
    </p:spTree>
    <p:extLst>
      <p:ext uri="{BB962C8B-B14F-4D97-AF65-F5344CB8AC3E}">
        <p14:creationId xmlns:p14="http://schemas.microsoft.com/office/powerpoint/2010/main" val="1615029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21792" y="832104"/>
            <a:ext cx="3026664" cy="1975104"/>
          </a:xfrm>
          <a:prstGeom prst="rect">
            <a:avLst/>
          </a:prstGeom>
        </p:spPr>
        <p:txBody>
          <a:bodyPr vert="horz" lIns="91440" tIns="45720" rIns="91440" bIns="45720" rtlCol="0" anchor="t">
            <a:noAutofit/>
          </a:bodyPr>
          <a:lstStyle>
            <a:lvl1pPr>
              <a:defRPr lang="en-US"/>
            </a:lvl1pPr>
          </a:lstStyle>
          <a:p>
            <a:pPr lvl="0">
              <a:lnSpc>
                <a:spcPct val="120000"/>
              </a:lnSpc>
            </a:pPr>
            <a:r>
              <a:rPr lang="en-US"/>
              <a:t>Click to edit Master title style</a:t>
            </a:r>
            <a:endParaRPr lang="en-US" dirty="0"/>
          </a:p>
        </p:txBody>
      </p:sp>
      <p:sp>
        <p:nvSpPr>
          <p:cNvPr id="4" name="Picture Placeholder 3">
            <a:extLst>
              <a:ext uri="{FF2B5EF4-FFF2-40B4-BE49-F238E27FC236}">
                <a16:creationId xmlns:a16="http://schemas.microsoft.com/office/drawing/2014/main" id="{B62DDFA9-B759-66BE-7432-9BA3B78BA115}"/>
              </a:ext>
            </a:extLst>
          </p:cNvPr>
          <p:cNvSpPr>
            <a:spLocks noGrp="1"/>
          </p:cNvSpPr>
          <p:nvPr>
            <p:ph type="pic" sz="quarter" idx="15"/>
          </p:nvPr>
        </p:nvSpPr>
        <p:spPr>
          <a:xfrm>
            <a:off x="749808" y="3127248"/>
            <a:ext cx="2752344" cy="29718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87952" y="832104"/>
            <a:ext cx="7159752" cy="526694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0" name="Footer Placeholder 9">
            <a:extLst>
              <a:ext uri="{FF2B5EF4-FFF2-40B4-BE49-F238E27FC236}">
                <a16:creationId xmlns:a16="http://schemas.microsoft.com/office/drawing/2014/main" id="{1132C641-BBC6-FDF1-6E07-A4ECB6F4E075}"/>
              </a:ext>
            </a:extLst>
          </p:cNvPr>
          <p:cNvSpPr>
            <a:spLocks noGrp="1"/>
          </p:cNvSpPr>
          <p:nvPr>
            <p:ph type="ftr" sz="quarter" idx="17"/>
          </p:nvPr>
        </p:nvSpPr>
        <p:spPr/>
        <p:txBody>
          <a:bodyPr/>
          <a:lstStyle/>
          <a:p>
            <a:pPr algn="r"/>
            <a:r>
              <a:rPr lang="en-US" dirty="0"/>
              <a:t>Sample Footer Text</a:t>
            </a:r>
          </a:p>
        </p:txBody>
      </p:sp>
      <p:sp>
        <p:nvSpPr>
          <p:cNvPr id="11" name="Slide Number Placeholder 10">
            <a:extLst>
              <a:ext uri="{FF2B5EF4-FFF2-40B4-BE49-F238E27FC236}">
                <a16:creationId xmlns:a16="http://schemas.microsoft.com/office/drawing/2014/main" id="{A269CA60-CDC8-6DFB-019E-C9EAC0FF936A}"/>
              </a:ext>
            </a:extLst>
          </p:cNvPr>
          <p:cNvSpPr>
            <a:spLocks noGrp="1"/>
          </p:cNvSpPr>
          <p:nvPr>
            <p:ph type="sldNum" sz="quarter" idx="18"/>
          </p:nvPr>
        </p:nvSpPr>
        <p:spPr/>
        <p:txBody>
          <a:bodyPr/>
          <a:lstStyle/>
          <a:p>
            <a:pPr algn="ctr"/>
            <a:fld id="{8D252C1B-CBF0-4A4D-8F57-7FB989103249}" type="slidenum">
              <a:rPr lang="en-US" smtClean="0"/>
              <a:pPr algn="ctr"/>
              <a:t>‹#›</a:t>
            </a:fld>
            <a:endParaRPr lang="en-US" dirty="0"/>
          </a:p>
        </p:txBody>
      </p:sp>
      <p:sp>
        <p:nvSpPr>
          <p:cNvPr id="9" name="Date Placeholder 8">
            <a:extLst>
              <a:ext uri="{FF2B5EF4-FFF2-40B4-BE49-F238E27FC236}">
                <a16:creationId xmlns:a16="http://schemas.microsoft.com/office/drawing/2014/main" id="{EA71B670-6276-528F-4109-EE99F8B6D502}"/>
              </a:ext>
            </a:extLst>
          </p:cNvPr>
          <p:cNvSpPr>
            <a:spLocks noGrp="1"/>
          </p:cNvSpPr>
          <p:nvPr>
            <p:ph type="dt" sz="half" idx="16"/>
          </p:nvPr>
        </p:nvSpPr>
        <p:spPr/>
        <p:txBody>
          <a:bodyPr/>
          <a:lstStyle/>
          <a:p>
            <a:fld id="{51A9647B-C464-4C42-94AF-33C5B2DD47F7}" type="datetime4">
              <a:rPr lang="en-US" smtClean="0"/>
              <a:t>March 16, 2026</a:t>
            </a:fld>
            <a:endParaRPr lang="en-US" dirty="0"/>
          </a:p>
        </p:txBody>
      </p:sp>
    </p:spTree>
    <p:extLst>
      <p:ext uri="{BB962C8B-B14F-4D97-AF65-F5344CB8AC3E}">
        <p14:creationId xmlns:p14="http://schemas.microsoft.com/office/powerpoint/2010/main" val="12327450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ig Numb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24484" y="552299"/>
            <a:ext cx="10543032" cy="4114800"/>
          </a:xfrm>
          <a:prstGeom prst="rect">
            <a:avLst/>
          </a:prstGeom>
        </p:spPr>
        <p:txBody>
          <a:bodyPr>
            <a:normAutofit/>
          </a:bodyPr>
          <a:lstStyle>
            <a:lvl1pPr algn="ctr">
              <a:lnSpc>
                <a:spcPct val="120000"/>
              </a:lnSpc>
              <a:defRPr sz="23200">
                <a:solidFill>
                  <a:schemeClr val="bg1"/>
                </a:soli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2333244" y="4824374"/>
            <a:ext cx="7525512" cy="1545336"/>
          </a:xfrm>
          <a:prstGeom prst="rect">
            <a:avLst/>
          </a:prstGeom>
        </p:spPr>
        <p:txBody>
          <a:bodyPr>
            <a:noAutofit/>
          </a:bodyPr>
          <a:lstStyle>
            <a:lvl1pPr marL="0" indent="0" algn="ctr">
              <a:lnSpc>
                <a:spcPct val="130000"/>
              </a:lnSpc>
              <a:buNone/>
              <a:defRPr sz="2800">
                <a:solidFill>
                  <a:schemeClr val="bg1"/>
                </a:solidFill>
              </a:defRPr>
            </a:lvl1pPr>
            <a:lvl2pPr marL="228600" indent="0" algn="ctr">
              <a:lnSpc>
                <a:spcPct val="130000"/>
              </a:lnSpc>
              <a:buNone/>
              <a:defRPr sz="2400">
                <a:solidFill>
                  <a:schemeClr val="bg1"/>
                </a:solidFill>
              </a:defRPr>
            </a:lvl2pPr>
            <a:lvl3pPr marL="457200" indent="0" algn="ctr">
              <a:lnSpc>
                <a:spcPct val="130000"/>
              </a:lnSpc>
              <a:buNone/>
              <a:defRPr sz="2000">
                <a:solidFill>
                  <a:schemeClr val="bg1"/>
                </a:solidFill>
              </a:defRPr>
            </a:lvl3pPr>
            <a:lvl4pPr marL="685800" indent="0" algn="ctr">
              <a:lnSpc>
                <a:spcPct val="130000"/>
              </a:lnSpc>
              <a:buNone/>
              <a:defRPr sz="1800">
                <a:solidFill>
                  <a:schemeClr val="bg1"/>
                </a:solidFill>
              </a:defRPr>
            </a:lvl4pPr>
            <a:lvl5pPr marL="914400" indent="0" algn="ctr">
              <a:lnSpc>
                <a:spcPct val="130000"/>
              </a:lnSpc>
              <a:buNone/>
              <a:defRPr sz="1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B3A61EC-7FBA-4A9E-9442-8C179449C2C5}"/>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977FCA03-0EA5-26E8-F7C9-22AD8F298A4D}"/>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3" name="Date Placeholder 2">
            <a:extLst>
              <a:ext uri="{FF2B5EF4-FFF2-40B4-BE49-F238E27FC236}">
                <a16:creationId xmlns:a16="http://schemas.microsoft.com/office/drawing/2014/main" id="{0AB237A3-2F09-B8A5-B137-C37686B24A0F}"/>
              </a:ext>
            </a:extLst>
          </p:cNvPr>
          <p:cNvSpPr>
            <a:spLocks noGrp="1"/>
          </p:cNvSpPr>
          <p:nvPr>
            <p:ph type="dt" sz="half" idx="14"/>
          </p:nvPr>
        </p:nvSpPr>
        <p:spPr/>
        <p:txBody>
          <a:bodyPr/>
          <a:lstStyle>
            <a:lvl1pPr>
              <a:defRPr>
                <a:solidFill>
                  <a:schemeClr val="bg1"/>
                </a:solidFill>
              </a:defRPr>
            </a:lvl1pPr>
          </a:lstStyle>
          <a:p>
            <a:fld id="{121A9E56-5432-4BBA-932A-7E3894D85703}" type="datetime4">
              <a:rPr lang="en-US" smtClean="0"/>
              <a:pPr/>
              <a:t>March 16, 2026</a:t>
            </a:fld>
            <a:endParaRPr lang="en-US" dirty="0"/>
          </a:p>
        </p:txBody>
      </p:sp>
    </p:spTree>
    <p:extLst>
      <p:ext uri="{BB962C8B-B14F-4D97-AF65-F5344CB8AC3E}">
        <p14:creationId xmlns:p14="http://schemas.microsoft.com/office/powerpoint/2010/main" val="5978426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ig Number 2">
    <p:bg>
      <p:bgPr>
        <a:solidFill>
          <a:schemeClr val="tx1"/>
        </a:solidFill>
        <a:effectLst/>
      </p:bgPr>
    </p:bg>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7B0096CA-75D7-CA25-573B-355156CF4123}"/>
              </a:ext>
              <a:ext uri="{C183D7F6-B498-43B3-948B-1728B52AA6E4}">
                <adec:decorative xmlns:adec="http://schemas.microsoft.com/office/drawing/2017/decorative" val="1"/>
              </a:ext>
            </a:extLst>
          </p:cNvPr>
          <p:cNvSpPr/>
          <p:nvPr/>
        </p:nvSpPr>
        <p:spPr>
          <a:xfrm>
            <a:off x="829587" y="753291"/>
            <a:ext cx="5356272" cy="535627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005840" y="1399032"/>
            <a:ext cx="5029200" cy="3886200"/>
          </a:xfrm>
          <a:prstGeom prst="rect">
            <a:avLst/>
          </a:prstGeom>
        </p:spPr>
        <p:txBody>
          <a:bodyPr anchor="ctr">
            <a:normAutofit/>
          </a:bodyPr>
          <a:lstStyle>
            <a:lvl1pPr algn="ctr">
              <a:lnSpc>
                <a:spcPct val="120000"/>
              </a:lnSpc>
              <a:defRPr sz="16500">
                <a:solidFill>
                  <a:schemeClr val="tx1"/>
                </a:soli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7132321" y="1481328"/>
            <a:ext cx="3977640" cy="3886200"/>
          </a:xfrm>
          <a:prstGeom prst="rect">
            <a:avLst/>
          </a:prstGeom>
        </p:spPr>
        <p:txBody>
          <a:bodyPr anchor="ctr">
            <a:normAutofit/>
          </a:bodyPr>
          <a:lstStyle>
            <a:lvl1pPr marL="0" indent="0" algn="ctr">
              <a:lnSpc>
                <a:spcPct val="120000"/>
              </a:lnSpc>
              <a:buNone/>
              <a:defRPr sz="2800">
                <a:solidFill>
                  <a:schemeClr val="bg1"/>
                </a:solidFill>
              </a:defRPr>
            </a:lvl1pPr>
            <a:lvl2pPr marL="228600" indent="0" algn="ctr">
              <a:lnSpc>
                <a:spcPct val="120000"/>
              </a:lnSpc>
              <a:buNone/>
              <a:defRPr sz="2400">
                <a:solidFill>
                  <a:schemeClr val="bg1"/>
                </a:solidFill>
              </a:defRPr>
            </a:lvl2pPr>
            <a:lvl3pPr marL="457200" indent="0" algn="ctr">
              <a:lnSpc>
                <a:spcPct val="120000"/>
              </a:lnSpc>
              <a:buNone/>
              <a:defRPr sz="2000">
                <a:solidFill>
                  <a:schemeClr val="bg1"/>
                </a:solidFill>
              </a:defRPr>
            </a:lvl3pPr>
            <a:lvl4pPr marL="685800" indent="0" algn="ctr">
              <a:lnSpc>
                <a:spcPct val="120000"/>
              </a:lnSpc>
              <a:buNone/>
              <a:defRPr sz="1800">
                <a:solidFill>
                  <a:schemeClr val="bg1"/>
                </a:solidFill>
              </a:defRPr>
            </a:lvl4pPr>
            <a:lvl5pPr marL="914400" indent="0" algn="ctr">
              <a:lnSpc>
                <a:spcPct val="120000"/>
              </a:lnSpc>
              <a:buNone/>
              <a:defRPr sz="16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A2D2E6B6-CCB6-19E2-A69D-C764AA1EC372}"/>
              </a:ext>
            </a:extLst>
          </p:cNvPr>
          <p:cNvSpPr>
            <a:spLocks noGrp="1"/>
          </p:cNvSpPr>
          <p:nvPr>
            <p:ph type="ftr" sz="quarter" idx="15"/>
          </p:nvPr>
        </p:nvSpPr>
        <p:spPr/>
        <p:txBody>
          <a:bodyPr/>
          <a:lstStyle>
            <a:lvl1pPr>
              <a:defRPr>
                <a:solidFill>
                  <a:schemeClr val="bg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B2A74F3A-BE47-0CC8-D1E7-D40F9DDE6693}"/>
              </a:ext>
            </a:extLst>
          </p:cNvPr>
          <p:cNvSpPr>
            <a:spLocks noGrp="1"/>
          </p:cNvSpPr>
          <p:nvPr>
            <p:ph type="sldNum" sz="quarter" idx="16"/>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8" name="Date Placeholder 7">
            <a:extLst>
              <a:ext uri="{FF2B5EF4-FFF2-40B4-BE49-F238E27FC236}">
                <a16:creationId xmlns:a16="http://schemas.microsoft.com/office/drawing/2014/main" id="{80ED7D16-DAA8-49C0-BE4C-4EC3B6D1CAC1}"/>
              </a:ext>
            </a:extLst>
          </p:cNvPr>
          <p:cNvSpPr>
            <a:spLocks noGrp="1"/>
          </p:cNvSpPr>
          <p:nvPr>
            <p:ph type="dt" sz="half" idx="14"/>
          </p:nvPr>
        </p:nvSpPr>
        <p:spPr/>
        <p:txBody>
          <a:bodyPr/>
          <a:lstStyle>
            <a:lvl1pPr>
              <a:defRPr>
                <a:solidFill>
                  <a:schemeClr val="bg1"/>
                </a:solidFill>
              </a:defRPr>
            </a:lvl1pPr>
          </a:lstStyle>
          <a:p>
            <a:fld id="{1F83F280-2EB0-4207-82F1-32148C5EE73C}" type="datetime4">
              <a:rPr lang="en-US" smtClean="0"/>
              <a:pPr/>
              <a:t>March 16, 2026</a:t>
            </a:fld>
            <a:endParaRPr lang="en-US" dirty="0"/>
          </a:p>
        </p:txBody>
      </p:sp>
    </p:spTree>
    <p:extLst>
      <p:ext uri="{BB962C8B-B14F-4D97-AF65-F5344CB8AC3E}">
        <p14:creationId xmlns:p14="http://schemas.microsoft.com/office/powerpoint/2010/main" val="95714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ig Number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619959" y="603504"/>
            <a:ext cx="10718602" cy="4206240"/>
          </a:xfrm>
          <a:prstGeom prst="rect">
            <a:avLst/>
          </a:prstGeom>
        </p:spPr>
        <p:txBody>
          <a:bodyPr anchor="ctr">
            <a:noAutofit/>
          </a:bodyPr>
          <a:lstStyle>
            <a:lvl1pPr algn="l">
              <a:lnSpc>
                <a:spcPct val="120000"/>
              </a:lnSpc>
              <a:defRPr sz="39000">
                <a:solidFill>
                  <a:schemeClr val="tx1"/>
                </a:solidFill>
              </a:defRPr>
            </a:lvl1pPr>
          </a:lstStyle>
          <a:p>
            <a:r>
              <a:rPr lang="en-US" dirty="0"/>
              <a:t>##%</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619957" y="5155385"/>
            <a:ext cx="6931152" cy="1353312"/>
          </a:xfrm>
          <a:prstGeom prst="rect">
            <a:avLst/>
          </a:prstGeom>
        </p:spPr>
        <p:txBody>
          <a:bodyPr anchor="ctr">
            <a:normAutofit/>
          </a:bodyPr>
          <a:lstStyle>
            <a:lvl1pPr marL="0" indent="0" algn="l">
              <a:lnSpc>
                <a:spcPct val="120000"/>
              </a:lnSpc>
              <a:buNone/>
              <a:defRPr sz="2800">
                <a:solidFill>
                  <a:schemeClr val="tx1"/>
                </a:solidFill>
              </a:defRPr>
            </a:lvl1pPr>
            <a:lvl2pPr marL="228600" indent="0" algn="l">
              <a:lnSpc>
                <a:spcPct val="120000"/>
              </a:lnSpc>
              <a:buNone/>
              <a:defRPr sz="2400">
                <a:solidFill>
                  <a:schemeClr val="tx1"/>
                </a:solidFill>
              </a:defRPr>
            </a:lvl2pPr>
            <a:lvl3pPr marL="457200" indent="0" algn="l">
              <a:lnSpc>
                <a:spcPct val="120000"/>
              </a:lnSpc>
              <a:buNone/>
              <a:defRPr sz="2000">
                <a:solidFill>
                  <a:schemeClr val="tx1"/>
                </a:solidFill>
              </a:defRPr>
            </a:lvl3pPr>
            <a:lvl4pPr marL="685800" indent="0" algn="l">
              <a:lnSpc>
                <a:spcPct val="120000"/>
              </a:lnSpc>
              <a:buNone/>
              <a:defRPr sz="1800">
                <a:solidFill>
                  <a:schemeClr val="tx1"/>
                </a:solidFill>
              </a:defRPr>
            </a:lvl4pPr>
            <a:lvl5pPr marL="914400" indent="0" algn="l">
              <a:lnSpc>
                <a:spcPct val="120000"/>
              </a:lnSpc>
              <a:buNone/>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70ED1247-19CB-941A-555D-BFD7877EEDF2}"/>
              </a:ext>
            </a:extLst>
          </p:cNvPr>
          <p:cNvSpPr>
            <a:spLocks noGrp="1"/>
          </p:cNvSpPr>
          <p:nvPr>
            <p:ph type="ftr" sz="quarter" idx="15"/>
          </p:nvPr>
        </p:nvSpPr>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26675B0-35FF-8058-9035-92E75857825C}"/>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63D79712-39C8-4014-C5C0-7E12BC6E3BB3}"/>
              </a:ext>
            </a:extLst>
          </p:cNvPr>
          <p:cNvSpPr>
            <a:spLocks noGrp="1"/>
          </p:cNvSpPr>
          <p:nvPr>
            <p:ph type="dt" sz="half" idx="14"/>
          </p:nvPr>
        </p:nvSpPr>
        <p:spPr/>
        <p:txBody>
          <a:bodyPr/>
          <a:lstStyle/>
          <a:p>
            <a:fld id="{56418C53-827A-443E-BB57-B185D3D183F7}" type="datetime4">
              <a:rPr lang="en-US" smtClean="0"/>
              <a:t>March 16, 2026</a:t>
            </a:fld>
            <a:endParaRPr lang="en-US" dirty="0"/>
          </a:p>
        </p:txBody>
      </p:sp>
    </p:spTree>
    <p:extLst>
      <p:ext uri="{BB962C8B-B14F-4D97-AF65-F5344CB8AC3E}">
        <p14:creationId xmlns:p14="http://schemas.microsoft.com/office/powerpoint/2010/main" val="1999789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823960" cy="5605272"/>
          </a:xfrm>
          <a:prstGeom prst="rect">
            <a:avLst/>
          </a:prstGeom>
        </p:spPr>
        <p:txBody>
          <a:bodyPr anchor="ctr">
            <a:noAutofit/>
          </a:bodyPr>
          <a:lstStyle>
            <a:lvl1pPr marL="0" indent="0">
              <a:lnSpc>
                <a:spcPct val="100000"/>
              </a:lnSpc>
              <a:buNone/>
              <a:defRPr sz="6600" b="1">
                <a:latin typeface="+mj-lt"/>
              </a:defRPr>
            </a:lvl1pPr>
            <a:lvl2pPr marL="228600" indent="0">
              <a:lnSpc>
                <a:spcPct val="100000"/>
              </a:lnSpc>
              <a:buNone/>
              <a:defRPr sz="6000" b="1">
                <a:latin typeface="+mj-lt"/>
              </a:defRPr>
            </a:lvl2pPr>
            <a:lvl3pPr marL="457200" indent="0">
              <a:lnSpc>
                <a:spcPct val="100000"/>
              </a:lnSpc>
              <a:buNone/>
              <a:defRPr sz="5400" b="1">
                <a:latin typeface="+mj-lt"/>
              </a:defRPr>
            </a:lvl3pPr>
            <a:lvl4pPr marL="685800" indent="0">
              <a:lnSpc>
                <a:spcPct val="100000"/>
              </a:lnSpc>
              <a:buNone/>
              <a:defRPr sz="4800" b="1">
                <a:latin typeface="+mj-lt"/>
              </a:defRPr>
            </a:lvl4pPr>
            <a:lvl5pPr marL="914400" indent="0">
              <a:lnSpc>
                <a:spcPct val="100000"/>
              </a:lnSpc>
              <a:buNone/>
              <a:defRPr sz="4400" b="1">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238DD6E-BA45-325F-FC98-6AB079993A27}"/>
              </a:ext>
            </a:extLst>
          </p:cNvPr>
          <p:cNvSpPr>
            <a:spLocks noGrp="1"/>
          </p:cNvSpPr>
          <p:nvPr>
            <p:ph type="ftr" sz="quarter" idx="15"/>
          </p:nvPr>
        </p:nvSpPr>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84561359-17E3-A6CE-455E-CE886396C407}"/>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3B755257-CD66-9127-946E-3A75867E9B50}"/>
              </a:ext>
            </a:extLst>
          </p:cNvPr>
          <p:cNvSpPr>
            <a:spLocks noGrp="1"/>
          </p:cNvSpPr>
          <p:nvPr>
            <p:ph type="dt" sz="half" idx="14"/>
          </p:nvPr>
        </p:nvSpPr>
        <p:spPr/>
        <p:txBody>
          <a:bodyPr/>
          <a:lstStyle/>
          <a:p>
            <a:fld id="{77DEC2F4-E8D2-4DB7-837F-84F095865B45}" type="datetime4">
              <a:rPr lang="en-US" smtClean="0"/>
              <a:t>March 16, 2026</a:t>
            </a:fld>
            <a:endParaRPr lang="en-US" dirty="0"/>
          </a:p>
        </p:txBody>
      </p:sp>
    </p:spTree>
    <p:extLst>
      <p:ext uri="{BB962C8B-B14F-4D97-AF65-F5344CB8AC3E}">
        <p14:creationId xmlns:p14="http://schemas.microsoft.com/office/powerpoint/2010/main" val="2174225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52DDDF4-404D-D47E-DF36-45AD969EF656}"/>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45996" y="1243585"/>
            <a:ext cx="9363456" cy="4352544"/>
          </a:xfrm>
          <a:prstGeom prst="rect">
            <a:avLst/>
          </a:prstGeom>
        </p:spPr>
        <p:txBody>
          <a:bodyPr anchor="b">
            <a:noAutofit/>
          </a:bodyPr>
          <a:lstStyle>
            <a:lvl1pPr marL="0" indent="0">
              <a:lnSpc>
                <a:spcPct val="100000"/>
              </a:lnSpc>
              <a:buNone/>
              <a:defRPr sz="5400" b="1">
                <a:solidFill>
                  <a:schemeClr val="bg1"/>
                </a:solidFill>
                <a:latin typeface="+mj-lt"/>
              </a:defRPr>
            </a:lvl1pPr>
            <a:lvl2pPr marL="228600" indent="0">
              <a:lnSpc>
                <a:spcPct val="100000"/>
              </a:lnSpc>
              <a:buNone/>
              <a:defRPr sz="4800" b="1">
                <a:solidFill>
                  <a:schemeClr val="bg1"/>
                </a:solidFill>
                <a:latin typeface="+mj-lt"/>
              </a:defRPr>
            </a:lvl2pPr>
            <a:lvl3pPr marL="457200" indent="0">
              <a:lnSpc>
                <a:spcPct val="100000"/>
              </a:lnSpc>
              <a:buNone/>
              <a:defRPr sz="4400" b="1">
                <a:solidFill>
                  <a:schemeClr val="bg1"/>
                </a:solidFill>
                <a:latin typeface="+mj-lt"/>
              </a:defRPr>
            </a:lvl3pPr>
            <a:lvl4pPr marL="685800" indent="0">
              <a:lnSpc>
                <a:spcPct val="100000"/>
              </a:lnSpc>
              <a:buNone/>
              <a:defRPr sz="4000" b="1">
                <a:solidFill>
                  <a:schemeClr val="bg1"/>
                </a:solidFill>
                <a:latin typeface="+mj-lt"/>
              </a:defRPr>
            </a:lvl4pPr>
            <a:lvl5pPr marL="914400" indent="0">
              <a:lnSpc>
                <a:spcPct val="100000"/>
              </a:lnSpc>
              <a:buNone/>
              <a:defRPr sz="3600" b="1">
                <a:solidFill>
                  <a:schemeClr val="bg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7BF4B512-F99C-D9B7-72D2-817D72EBA2DB}"/>
              </a:ext>
            </a:extLst>
          </p:cNvPr>
          <p:cNvSpPr>
            <a:spLocks noGrp="1"/>
          </p:cNvSpPr>
          <p:nvPr>
            <p:ph type="ftr" sz="quarter" idx="15"/>
          </p:nvPr>
        </p:nvSpPr>
        <p:spPr/>
        <p:txBody>
          <a:bodyPr/>
          <a:lstStyle/>
          <a:p>
            <a:pPr algn="r"/>
            <a:r>
              <a:rPr lang="en-US" dirty="0"/>
              <a:t>Sample Footer Text</a:t>
            </a:r>
          </a:p>
        </p:txBody>
      </p:sp>
      <p:sp>
        <p:nvSpPr>
          <p:cNvPr id="10" name="Slide Number Placeholder 9">
            <a:extLst>
              <a:ext uri="{FF2B5EF4-FFF2-40B4-BE49-F238E27FC236}">
                <a16:creationId xmlns:a16="http://schemas.microsoft.com/office/drawing/2014/main" id="{63845CAD-AC7C-64D8-6E51-EE79214F6F82}"/>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8" name="Date Placeholder 7">
            <a:extLst>
              <a:ext uri="{FF2B5EF4-FFF2-40B4-BE49-F238E27FC236}">
                <a16:creationId xmlns:a16="http://schemas.microsoft.com/office/drawing/2014/main" id="{C50EBA60-CA19-124A-5E9C-A6B0920F6C60}"/>
              </a:ext>
            </a:extLst>
          </p:cNvPr>
          <p:cNvSpPr>
            <a:spLocks noGrp="1"/>
          </p:cNvSpPr>
          <p:nvPr>
            <p:ph type="dt" sz="half" idx="14"/>
          </p:nvPr>
        </p:nvSpPr>
        <p:spPr/>
        <p:txBody>
          <a:bodyPr/>
          <a:lstStyle/>
          <a:p>
            <a:fld id="{891F6430-FBBC-4753-9696-7B6AFCBE2C44}" type="datetime4">
              <a:rPr lang="en-US" smtClean="0"/>
              <a:t>March 16, 2026</a:t>
            </a:fld>
            <a:endParaRPr lang="en-US" dirty="0"/>
          </a:p>
        </p:txBody>
      </p:sp>
    </p:spTree>
    <p:extLst>
      <p:ext uri="{BB962C8B-B14F-4D97-AF65-F5344CB8AC3E}">
        <p14:creationId xmlns:p14="http://schemas.microsoft.com/office/powerpoint/2010/main" val="547053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537E67D-6FAD-0A99-C787-882ED71E23B1}"/>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78305" y="1725930"/>
            <a:ext cx="8835390" cy="3406140"/>
          </a:xfrm>
          <a:prstGeom prst="rect">
            <a:avLst/>
          </a:prstGeom>
        </p:spPr>
        <p:txBody>
          <a:bodyPr anchor="ctr">
            <a:normAutofit/>
          </a:bodyPr>
          <a:lstStyle>
            <a:lvl1pPr marL="0" indent="0" algn="ctr">
              <a:lnSpc>
                <a:spcPct val="120000"/>
              </a:lnSpc>
              <a:buNone/>
              <a:defRPr sz="2800" b="1" cap="all" spc="400" baseline="0">
                <a:solidFill>
                  <a:schemeClr val="bg1"/>
                </a:solidFill>
                <a:latin typeface="+mj-lt"/>
              </a:defRPr>
            </a:lvl1pPr>
            <a:lvl2pPr marL="228600" indent="0" algn="ctr">
              <a:lnSpc>
                <a:spcPct val="120000"/>
              </a:lnSpc>
              <a:buNone/>
              <a:defRPr sz="2400" b="1" cap="all" spc="400" baseline="0">
                <a:solidFill>
                  <a:schemeClr val="bg1"/>
                </a:solidFill>
                <a:latin typeface="+mj-lt"/>
              </a:defRPr>
            </a:lvl2pPr>
            <a:lvl3pPr marL="457200" indent="0" algn="ctr">
              <a:lnSpc>
                <a:spcPct val="120000"/>
              </a:lnSpc>
              <a:buNone/>
              <a:defRPr sz="2000" b="1" cap="all" spc="400" baseline="0">
                <a:solidFill>
                  <a:schemeClr val="bg1"/>
                </a:solidFill>
                <a:latin typeface="+mj-lt"/>
              </a:defRPr>
            </a:lvl3pPr>
            <a:lvl4pPr marL="685800" indent="0" algn="ctr">
              <a:lnSpc>
                <a:spcPct val="120000"/>
              </a:lnSpc>
              <a:buNone/>
              <a:defRPr sz="1800" b="1" cap="all" spc="400" baseline="0">
                <a:solidFill>
                  <a:schemeClr val="bg1"/>
                </a:solidFill>
                <a:latin typeface="+mj-lt"/>
              </a:defRPr>
            </a:lvl4pPr>
            <a:lvl5pPr marL="914400" indent="0" algn="ctr">
              <a:lnSpc>
                <a:spcPct val="120000"/>
              </a:lnSpc>
              <a:buNone/>
              <a:defRPr sz="1600" b="1" cap="all" spc="400" baseline="0">
                <a:solidFill>
                  <a:schemeClr val="bg1"/>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3DE137C-5ECC-1E5D-1B32-66980AF57C90}"/>
              </a:ext>
            </a:extLst>
          </p:cNvPr>
          <p:cNvSpPr>
            <a:spLocks noGrp="1"/>
          </p:cNvSpPr>
          <p:nvPr>
            <p:ph type="ftr" sz="quarter" idx="15"/>
          </p:nvPr>
        </p:nvSpPr>
        <p:spPr/>
        <p:txBody>
          <a:bodyPr/>
          <a:lstStyle/>
          <a:p>
            <a:pPr algn="r"/>
            <a:r>
              <a:rPr lang="en-US" dirty="0"/>
              <a:t>Sample Footer Text</a:t>
            </a:r>
          </a:p>
        </p:txBody>
      </p:sp>
      <p:sp>
        <p:nvSpPr>
          <p:cNvPr id="6" name="Slide Number Placeholder 5">
            <a:extLst>
              <a:ext uri="{FF2B5EF4-FFF2-40B4-BE49-F238E27FC236}">
                <a16:creationId xmlns:a16="http://schemas.microsoft.com/office/drawing/2014/main" id="{F449DE64-06FD-C076-B922-72AA597784C2}"/>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9B256F58-A38D-4FF6-B9F8-7CB586DD10DF}"/>
              </a:ext>
            </a:extLst>
          </p:cNvPr>
          <p:cNvSpPr>
            <a:spLocks noGrp="1"/>
          </p:cNvSpPr>
          <p:nvPr>
            <p:ph type="dt" sz="half" idx="14"/>
          </p:nvPr>
        </p:nvSpPr>
        <p:spPr/>
        <p:txBody>
          <a:bodyPr/>
          <a:lstStyle/>
          <a:p>
            <a:fld id="{891F6430-FBBC-4753-9696-7B6AFCBE2C44}" type="datetime4">
              <a:rPr lang="en-US" smtClean="0"/>
              <a:t>March 16, 2026</a:t>
            </a:fld>
            <a:endParaRPr lang="en-US" dirty="0"/>
          </a:p>
        </p:txBody>
      </p:sp>
    </p:spTree>
    <p:extLst>
      <p:ext uri="{BB962C8B-B14F-4D97-AF65-F5344CB8AC3E}">
        <p14:creationId xmlns:p14="http://schemas.microsoft.com/office/powerpoint/2010/main" val="3570357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46922C-B449-F6B9-ADBA-E2C367CDCDC2}"/>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a:extLst>
              <a:ext uri="{FF2B5EF4-FFF2-40B4-BE49-F238E27FC236}">
                <a16:creationId xmlns:a16="http://schemas.microsoft.com/office/drawing/2014/main" id="{8DFD8E85-05F5-BAC6-422E-E268C486206D}"/>
              </a:ext>
              <a:ext uri="{C183D7F6-B498-43B3-948B-1728B52AA6E4}">
                <adec:decorative xmlns:adec="http://schemas.microsoft.com/office/drawing/2017/decorative" val="1"/>
              </a:ext>
            </a:extLst>
          </p:cNvPr>
          <p:cNvCxnSpPr>
            <a:cxnSpLocks/>
          </p:cNvCxnSpPr>
          <p:nvPr/>
        </p:nvCxnSpPr>
        <p:spPr>
          <a:xfrm>
            <a:off x="1576430" y="4874984"/>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289304" y="1344168"/>
            <a:ext cx="9070848" cy="3209544"/>
          </a:xfrm>
          <a:prstGeom prst="rect">
            <a:avLst/>
          </a:prstGeom>
        </p:spPr>
        <p:txBody>
          <a:bodyPr anchor="ctr">
            <a:normAutofit/>
          </a:bodyPr>
          <a:lstStyle>
            <a:lvl1pPr marL="219456" indent="-219456" algn="l">
              <a:lnSpc>
                <a:spcPct val="120000"/>
              </a:lnSpc>
              <a:defRPr sz="3200">
                <a:solidFill>
                  <a:schemeClr val="bg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72184" y="5148072"/>
            <a:ext cx="9198864" cy="594360"/>
          </a:xfrm>
          <a:prstGeom prst="rect">
            <a:avLst/>
          </a:prstGeom>
        </p:spPr>
        <p:txBody>
          <a:bodyPr anchor="ctr">
            <a:normAutofit/>
          </a:bodyPr>
          <a:lstStyle>
            <a:lvl1pPr marL="0" indent="0" algn="l">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D8AC9610-E7A0-F082-C265-8307A79F11B3}"/>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6D670228-70F6-14E2-BAE4-57263D0602E4}"/>
              </a:ext>
            </a:extLst>
          </p:cNvPr>
          <p:cNvSpPr>
            <a:spLocks noGrp="1"/>
          </p:cNvSpPr>
          <p:nvPr>
            <p:ph type="sldNum" sz="quarter" idx="12"/>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4" name="Date Placeholder 3">
            <a:extLst>
              <a:ext uri="{FF2B5EF4-FFF2-40B4-BE49-F238E27FC236}">
                <a16:creationId xmlns:a16="http://schemas.microsoft.com/office/drawing/2014/main" id="{0C16C0DA-BDEA-BCA8-48B7-4FAE9B501CDC}"/>
              </a:ext>
            </a:extLst>
          </p:cNvPr>
          <p:cNvSpPr>
            <a:spLocks noGrp="1"/>
          </p:cNvSpPr>
          <p:nvPr>
            <p:ph type="dt" sz="half" idx="10"/>
          </p:nvPr>
        </p:nvSpPr>
        <p:spPr/>
        <p:txBody>
          <a:bodyPr/>
          <a:lstStyle>
            <a:lvl1pPr>
              <a:defRPr>
                <a:solidFill>
                  <a:schemeClr val="tx1"/>
                </a:solidFill>
              </a:defRPr>
            </a:lvl1pPr>
          </a:lstStyle>
          <a:p>
            <a:fld id="{05861B11-817A-478B-9F27-B7D56C03E9A1}" type="datetime4">
              <a:rPr lang="en-US" smtClean="0"/>
              <a:pPr/>
              <a:t>March 16, 2026</a:t>
            </a:fld>
            <a:endParaRPr lang="en-US" dirty="0"/>
          </a:p>
        </p:txBody>
      </p:sp>
    </p:spTree>
    <p:extLst>
      <p:ext uri="{BB962C8B-B14F-4D97-AF65-F5344CB8AC3E}">
        <p14:creationId xmlns:p14="http://schemas.microsoft.com/office/powerpoint/2010/main" val="30252412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hf hd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98016" y="1371295"/>
            <a:ext cx="9643263" cy="4061460"/>
          </a:xfrm>
          <a:prstGeom prst="rect">
            <a:avLst/>
          </a:prstGeom>
        </p:spPr>
        <p:txBody>
          <a:bodyPr anchor="b">
            <a:normAutofit/>
          </a:bodyPr>
          <a:lstStyle>
            <a:lvl1pPr marL="237744" indent="-237744" algn="l">
              <a:lnSpc>
                <a:spcPct val="120000"/>
              </a:lnSpc>
              <a:defRPr sz="4400">
                <a:solidFill>
                  <a:schemeClr val="tx1"/>
                </a:solidFill>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37828" y="5509260"/>
            <a:ext cx="9403451" cy="759866"/>
          </a:xfrm>
          <a:prstGeom prst="rect">
            <a:avLst/>
          </a:prstGeom>
        </p:spPr>
        <p:txBody>
          <a:bodyPr anchor="b">
            <a:norm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D8AC9610-E7A0-F082-C265-8307A79F11B3}"/>
              </a:ext>
            </a:extLst>
          </p:cNvPr>
          <p:cNvSpPr>
            <a:spLocks noGrp="1"/>
          </p:cNvSpPr>
          <p:nvPr>
            <p:ph type="ftr" sz="quarter" idx="11"/>
          </p:nvPr>
        </p:nvSpPr>
        <p:spPr/>
        <p:txBody>
          <a:bodyPr/>
          <a:lstStyle/>
          <a:p>
            <a:pPr algn="r"/>
            <a:r>
              <a:rPr lang="en-US" dirty="0"/>
              <a:t>Sample Footer Text</a:t>
            </a:r>
          </a:p>
        </p:txBody>
      </p:sp>
      <p:sp>
        <p:nvSpPr>
          <p:cNvPr id="6" name="Slide Number Placeholder 5">
            <a:extLst>
              <a:ext uri="{FF2B5EF4-FFF2-40B4-BE49-F238E27FC236}">
                <a16:creationId xmlns:a16="http://schemas.microsoft.com/office/drawing/2014/main" id="{6D670228-70F6-14E2-BAE4-57263D0602E4}"/>
              </a:ext>
            </a:extLst>
          </p:cNvPr>
          <p:cNvSpPr>
            <a:spLocks noGrp="1"/>
          </p:cNvSpPr>
          <p:nvPr>
            <p:ph type="sldNum" sz="quarter" idx="12"/>
          </p:nvPr>
        </p:nvSpPr>
        <p:spPr/>
        <p:txBody>
          <a:bodyPr/>
          <a:lstStyle/>
          <a:p>
            <a:pPr algn="ctr"/>
            <a:fld id="{CC057153-B650-4DEB-B370-79DDCFDCE934}" type="slidenum">
              <a:rPr lang="en-US" smtClean="0"/>
              <a:pPr algn="ctr"/>
              <a:t>‹#›</a:t>
            </a:fld>
            <a:endParaRPr lang="en-US" dirty="0"/>
          </a:p>
        </p:txBody>
      </p:sp>
      <p:sp>
        <p:nvSpPr>
          <p:cNvPr id="4" name="Date Placeholder 3">
            <a:extLst>
              <a:ext uri="{FF2B5EF4-FFF2-40B4-BE49-F238E27FC236}">
                <a16:creationId xmlns:a16="http://schemas.microsoft.com/office/drawing/2014/main" id="{0C16C0DA-BDEA-BCA8-48B7-4FAE9B501CDC}"/>
              </a:ext>
            </a:extLst>
          </p:cNvPr>
          <p:cNvSpPr>
            <a:spLocks noGrp="1"/>
          </p:cNvSpPr>
          <p:nvPr>
            <p:ph type="dt" sz="half" idx="10"/>
          </p:nvPr>
        </p:nvSpPr>
        <p:spPr/>
        <p:txBody>
          <a:bodyPr/>
          <a:lstStyle/>
          <a:p>
            <a:fld id="{5727415D-AD92-413A-BBF9-193857B34DAC}" type="datetime4">
              <a:rPr lang="en-US" smtClean="0"/>
              <a:t>March 16, 2026</a:t>
            </a:fld>
            <a:endParaRPr lang="en-US" dirty="0"/>
          </a:p>
        </p:txBody>
      </p:sp>
    </p:spTree>
    <p:extLst>
      <p:ext uri="{BB962C8B-B14F-4D97-AF65-F5344CB8AC3E}">
        <p14:creationId xmlns:p14="http://schemas.microsoft.com/office/powerpoint/2010/main" val="10373942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7A9BE37-C8D5-7C3D-5E7A-7D47F9A5D27D}"/>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685850" y="1040131"/>
            <a:ext cx="8820301" cy="3509030"/>
          </a:xfrm>
          <a:prstGeom prst="rect">
            <a:avLst/>
          </a:prstGeom>
        </p:spPr>
        <p:txBody>
          <a:bodyPr anchor="ctr">
            <a:normAutofit/>
          </a:bodyPr>
          <a:lstStyle>
            <a:lvl1pPr algn="ctr">
              <a:lnSpc>
                <a:spcPct val="120000"/>
              </a:lnSpc>
              <a:defRPr sz="4000" b="0" cap="none" spc="0" baseline="0">
                <a:solidFill>
                  <a:schemeClr val="tx1"/>
                </a:solidFill>
                <a:latin typeface="+mn-lt"/>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43380" y="5225814"/>
            <a:ext cx="8105240" cy="1043384"/>
          </a:xfrm>
          <a:prstGeom prst="rect">
            <a:avLst/>
          </a:prstGeom>
        </p:spPr>
        <p:txBody>
          <a:bodyPr anchor="ctr">
            <a:normAutofit/>
          </a:bodyPr>
          <a:lstStyle>
            <a:lvl1pPr marL="0" indent="0" algn="ctr">
              <a:buNone/>
              <a:defRPr sz="1800" b="1" cap="all" spc="3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Footer Placeholder 5">
            <a:extLst>
              <a:ext uri="{FF2B5EF4-FFF2-40B4-BE49-F238E27FC236}">
                <a16:creationId xmlns:a16="http://schemas.microsoft.com/office/drawing/2014/main" id="{EECEF408-F86C-A1CC-03B6-4211B666AD3A}"/>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BEA1D0C5-9C94-4C68-AA5E-1C1F692A1B9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C850B983-0D8E-626D-6E29-14A18FA2D4BB}"/>
              </a:ext>
            </a:extLst>
          </p:cNvPr>
          <p:cNvSpPr>
            <a:spLocks noGrp="1"/>
          </p:cNvSpPr>
          <p:nvPr>
            <p:ph type="dt" sz="half" idx="10"/>
          </p:nvPr>
        </p:nvSpPr>
        <p:spPr/>
        <p:txBody>
          <a:bodyPr/>
          <a:lstStyle/>
          <a:p>
            <a:fld id="{38A0474E-E50C-4D0B-A819-76B332536B63}" type="datetime4">
              <a:rPr lang="en-US" smtClean="0"/>
              <a:t>March 16, 2026</a:t>
            </a:fld>
            <a:endParaRPr lang="en-US" dirty="0"/>
          </a:p>
        </p:txBody>
      </p:sp>
    </p:spTree>
    <p:extLst>
      <p:ext uri="{BB962C8B-B14F-4D97-AF65-F5344CB8AC3E}">
        <p14:creationId xmlns:p14="http://schemas.microsoft.com/office/powerpoint/2010/main" val="34399120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37573-F5E7-3B70-12CF-C285166810ED}"/>
              </a:ext>
              <a:ext uri="{C183D7F6-B498-43B3-948B-1728B52AA6E4}">
                <adec:decorative xmlns:adec="http://schemas.microsoft.com/office/drawing/2017/decorative" val="1"/>
              </a:ext>
            </a:extLst>
          </p:cNvPr>
          <p:cNvSpPr/>
          <p:nvPr/>
        </p:nvSpPr>
        <p:spPr>
          <a:xfrm>
            <a:off x="762000" y="762000"/>
            <a:ext cx="10668000"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 name="Straight Connector 3">
            <a:extLst>
              <a:ext uri="{FF2B5EF4-FFF2-40B4-BE49-F238E27FC236}">
                <a16:creationId xmlns:a16="http://schemas.microsoft.com/office/drawing/2014/main" id="{C7A9BE37-C8D5-7C3D-5E7A-7D47F9A5D27D}"/>
              </a:ext>
              <a:ext uri="{C183D7F6-B498-43B3-948B-1728B52AA6E4}">
                <adec:decorative xmlns:adec="http://schemas.microsoft.com/office/drawing/2017/decorative" val="1"/>
              </a:ext>
            </a:extLst>
          </p:cNvPr>
          <p:cNvCxnSpPr>
            <a:cxnSpLocks/>
          </p:cNvCxnSpPr>
          <p:nvPr/>
        </p:nvCxnSpPr>
        <p:spPr>
          <a:xfrm>
            <a:off x="5610423" y="4905775"/>
            <a:ext cx="971155" cy="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685850" y="1337309"/>
            <a:ext cx="8820301" cy="3108961"/>
          </a:xfrm>
          <a:prstGeom prst="rect">
            <a:avLst/>
          </a:prstGeom>
        </p:spPr>
        <p:txBody>
          <a:bodyPr anchor="ctr">
            <a:normAutofit/>
          </a:bodyPr>
          <a:lstStyle>
            <a:lvl1pPr algn="ctr">
              <a:lnSpc>
                <a:spcPct val="120000"/>
              </a:lnSpc>
              <a:defRPr sz="4000" b="0" cap="none" spc="0" baseline="0">
                <a:solidFill>
                  <a:schemeClr val="bg1"/>
                </a:solidFill>
                <a:latin typeface="+mn-lt"/>
              </a:defRPr>
            </a:lvl1pPr>
          </a:lstStyle>
          <a:p>
            <a:r>
              <a:rPr lang="en-US" dirty="0"/>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43380" y="5225814"/>
            <a:ext cx="8105240" cy="592053"/>
          </a:xfrm>
          <a:prstGeom prst="rect">
            <a:avLst/>
          </a:prstGeom>
        </p:spPr>
        <p:txBody>
          <a:bodyPr anchor="t">
            <a:normAutofit/>
          </a:bodyPr>
          <a:lstStyle>
            <a:lvl1pPr marL="0" indent="0" algn="ctr">
              <a:buNone/>
              <a:defRPr sz="1800" b="1" cap="all" spc="300"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Footer Placeholder 5">
            <a:extLst>
              <a:ext uri="{FF2B5EF4-FFF2-40B4-BE49-F238E27FC236}">
                <a16:creationId xmlns:a16="http://schemas.microsoft.com/office/drawing/2014/main" id="{EECEF408-F86C-A1CC-03B6-4211B666AD3A}"/>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BEA1D0C5-9C94-4C68-AA5E-1C1F692A1B9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C850B983-0D8E-626D-6E29-14A18FA2D4BB}"/>
              </a:ext>
            </a:extLst>
          </p:cNvPr>
          <p:cNvSpPr>
            <a:spLocks noGrp="1"/>
          </p:cNvSpPr>
          <p:nvPr>
            <p:ph type="dt" sz="half" idx="10"/>
          </p:nvPr>
        </p:nvSpPr>
        <p:spPr/>
        <p:txBody>
          <a:bodyPr/>
          <a:lstStyle/>
          <a:p>
            <a:fld id="{38A0474E-E50C-4D0B-A819-76B332536B63}" type="datetime4">
              <a:rPr lang="en-US" smtClean="0"/>
              <a:t>March 16, 2026</a:t>
            </a:fld>
            <a:endParaRPr lang="en-US" dirty="0"/>
          </a:p>
        </p:txBody>
      </p:sp>
    </p:spTree>
    <p:extLst>
      <p:ext uri="{BB962C8B-B14F-4D97-AF65-F5344CB8AC3E}">
        <p14:creationId xmlns:p14="http://schemas.microsoft.com/office/powerpoint/2010/main" val="26512063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9768"/>
            <a:ext cx="10817352" cy="958480"/>
          </a:xfrm>
          <a:prstGeom prst="rect">
            <a:avLst/>
          </a:prstGeom>
        </p:spPr>
        <p:txBody>
          <a:bodyPr vert="horz" lIns="91440" tIns="45720" rIns="91440" bIns="45720" rtlCol="0" anchor="b">
            <a:normAutofit/>
          </a:bodyPr>
          <a:lstStyle>
            <a:lvl1pPr>
              <a:lnSpc>
                <a:spcPct val="120000"/>
              </a:lnSpc>
              <a:defRPr lang="en-US" dirty="0"/>
            </a:lvl1pPr>
          </a:lstStyle>
          <a:p>
            <a:pPr lvl="0"/>
            <a:r>
              <a:rPr lang="en-US"/>
              <a:t>Click to edit Master title style</a:t>
            </a:r>
            <a:endParaRPr lang="en-US" dirty="0"/>
          </a:p>
        </p:txBody>
      </p:sp>
      <p:sp>
        <p:nvSpPr>
          <p:cNvPr id="9" name="Text Placeholder 8">
            <a:extLst>
              <a:ext uri="{FF2B5EF4-FFF2-40B4-BE49-F238E27FC236}">
                <a16:creationId xmlns:a16="http://schemas.microsoft.com/office/drawing/2014/main" id="{DA7BFCD9-16A4-5745-7BB3-7836095FF16B}"/>
              </a:ext>
            </a:extLst>
          </p:cNvPr>
          <p:cNvSpPr>
            <a:spLocks noGrp="1"/>
          </p:cNvSpPr>
          <p:nvPr>
            <p:ph type="body" sz="quarter" idx="13"/>
          </p:nvPr>
        </p:nvSpPr>
        <p:spPr>
          <a:xfrm>
            <a:off x="612648" y="2020825"/>
            <a:ext cx="502920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1" name="Text Placeholder 10">
            <a:extLst>
              <a:ext uri="{FF2B5EF4-FFF2-40B4-BE49-F238E27FC236}">
                <a16:creationId xmlns:a16="http://schemas.microsoft.com/office/drawing/2014/main" id="{F30EDC57-7D17-D4C8-5C60-A44A480EA997}"/>
              </a:ext>
            </a:extLst>
          </p:cNvPr>
          <p:cNvSpPr>
            <a:spLocks noGrp="1"/>
          </p:cNvSpPr>
          <p:nvPr>
            <p:ph type="body" sz="quarter" idx="14"/>
          </p:nvPr>
        </p:nvSpPr>
        <p:spPr>
          <a:xfrm>
            <a:off x="6400800" y="2020824"/>
            <a:ext cx="5029200" cy="4343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D34EBE88-C826-A0CB-2F99-4593AD931017}"/>
              </a:ext>
            </a:extLst>
          </p:cNvPr>
          <p:cNvSpPr>
            <a:spLocks noGrp="1"/>
          </p:cNvSpPr>
          <p:nvPr>
            <p:ph type="ftr" sz="quarter" idx="16"/>
          </p:nvPr>
        </p:nvSpPr>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3ABF7200-8BFC-1209-D217-A05B147C7362}"/>
              </a:ext>
            </a:extLst>
          </p:cNvPr>
          <p:cNvSpPr>
            <a:spLocks noGrp="1"/>
          </p:cNvSpPr>
          <p:nvPr>
            <p:ph type="sldNum" sz="quarter" idx="17"/>
          </p:nvPr>
        </p:nvSpPr>
        <p:spPr/>
        <p:txBody>
          <a:bodyPr/>
          <a:lstStyle/>
          <a:p>
            <a:pPr algn="ctr"/>
            <a:fld id="{8D252C1B-CBF0-4A4D-8F57-7FB989103249}" type="slidenum">
              <a:rPr lang="en-US" smtClean="0"/>
              <a:pPr algn="ctr"/>
              <a:t>‹#›</a:t>
            </a:fld>
            <a:endParaRPr lang="en-US" dirty="0"/>
          </a:p>
        </p:txBody>
      </p:sp>
      <p:sp>
        <p:nvSpPr>
          <p:cNvPr id="13" name="Date Placeholder 12">
            <a:extLst>
              <a:ext uri="{FF2B5EF4-FFF2-40B4-BE49-F238E27FC236}">
                <a16:creationId xmlns:a16="http://schemas.microsoft.com/office/drawing/2014/main" id="{A1910647-79B7-6086-34D9-EBD4D6E4C954}"/>
              </a:ext>
            </a:extLst>
          </p:cNvPr>
          <p:cNvSpPr>
            <a:spLocks noGrp="1"/>
          </p:cNvSpPr>
          <p:nvPr>
            <p:ph type="dt" sz="half" idx="15"/>
          </p:nvPr>
        </p:nvSpPr>
        <p:spPr/>
        <p:txBody>
          <a:bodyPr/>
          <a:lstStyle/>
          <a:p>
            <a:fld id="{77B77741-45FC-4222-874D-9A051E494613}" type="datetime4">
              <a:rPr lang="en-US" smtClean="0"/>
              <a:t>March 16, 2026</a:t>
            </a:fld>
            <a:endParaRPr lang="en-US" dirty="0"/>
          </a:p>
        </p:txBody>
      </p:sp>
    </p:spTree>
    <p:extLst>
      <p:ext uri="{BB962C8B-B14F-4D97-AF65-F5344CB8AC3E}">
        <p14:creationId xmlns:p14="http://schemas.microsoft.com/office/powerpoint/2010/main" val="42502810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518219-E186-2E63-46B3-4C1D3A8220EF}"/>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7B5BB1DC-4DAA-D220-25A9-5752C158FDD3}"/>
              </a:ext>
            </a:extLst>
          </p:cNvPr>
          <p:cNvSpPr>
            <a:spLocks noGrp="1"/>
          </p:cNvSpPr>
          <p:nvPr>
            <p:ph type="body" sz="quarter" idx="13"/>
          </p:nvPr>
        </p:nvSpPr>
        <p:spPr>
          <a:xfrm>
            <a:off x="612648" y="2665477"/>
            <a:ext cx="5029200" cy="369874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2025333"/>
            <a:ext cx="5029200" cy="559834"/>
          </a:xfrm>
          <a:prstGeom prst="rect">
            <a:avLst/>
          </a:prstGeom>
        </p:spPr>
        <p:txBody>
          <a:bodyPr anchor="b">
            <a:normAutofit/>
          </a:bodyPr>
          <a:lstStyle>
            <a:lvl1pPr marL="0" indent="0">
              <a:lnSpc>
                <a:spcPct val="90000"/>
              </a:lnSpc>
              <a:buNone/>
              <a:defRPr sz="20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BAB67A04-5E8D-18C5-D47A-A5B5CFE568A1}"/>
              </a:ext>
            </a:extLst>
          </p:cNvPr>
          <p:cNvSpPr>
            <a:spLocks noGrp="1"/>
          </p:cNvSpPr>
          <p:nvPr>
            <p:ph type="body" sz="quarter" idx="14"/>
          </p:nvPr>
        </p:nvSpPr>
        <p:spPr>
          <a:xfrm>
            <a:off x="6381750" y="2665477"/>
            <a:ext cx="5029200" cy="3698747"/>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4" name="Footer Placeholder 13">
            <a:extLst>
              <a:ext uri="{FF2B5EF4-FFF2-40B4-BE49-F238E27FC236}">
                <a16:creationId xmlns:a16="http://schemas.microsoft.com/office/drawing/2014/main" id="{0D28A929-F039-96E6-B29C-717106871CBD}"/>
              </a:ext>
            </a:extLst>
          </p:cNvPr>
          <p:cNvSpPr>
            <a:spLocks noGrp="1"/>
          </p:cNvSpPr>
          <p:nvPr>
            <p:ph type="ftr" sz="quarter" idx="16"/>
          </p:nvPr>
        </p:nvSpPr>
        <p:spPr/>
        <p:txBody>
          <a:bodyPr/>
          <a:lstStyle/>
          <a:p>
            <a:pPr algn="r"/>
            <a:r>
              <a:rPr lang="en-US" dirty="0"/>
              <a:t>Sample Footer Text</a:t>
            </a:r>
          </a:p>
        </p:txBody>
      </p:sp>
      <p:sp>
        <p:nvSpPr>
          <p:cNvPr id="15" name="Slide Number Placeholder 14">
            <a:extLst>
              <a:ext uri="{FF2B5EF4-FFF2-40B4-BE49-F238E27FC236}">
                <a16:creationId xmlns:a16="http://schemas.microsoft.com/office/drawing/2014/main" id="{766D40EC-432B-24BD-14A2-EA02DE69B663}"/>
              </a:ext>
            </a:extLst>
          </p:cNvPr>
          <p:cNvSpPr>
            <a:spLocks noGrp="1"/>
          </p:cNvSpPr>
          <p:nvPr>
            <p:ph type="sldNum" sz="quarter" idx="17"/>
          </p:nvPr>
        </p:nvSpPr>
        <p:spPr/>
        <p:txBody>
          <a:bodyPr/>
          <a:lstStyle/>
          <a:p>
            <a:pPr algn="ctr"/>
            <a:fld id="{8D252C1B-CBF0-4A4D-8F57-7FB989103249}" type="slidenum">
              <a:rPr lang="en-US" smtClean="0"/>
              <a:pPr algn="ctr"/>
              <a:t>‹#›</a:t>
            </a:fld>
            <a:endParaRPr lang="en-US" dirty="0"/>
          </a:p>
        </p:txBody>
      </p:sp>
      <p:sp>
        <p:nvSpPr>
          <p:cNvPr id="12" name="Date Placeholder 11">
            <a:extLst>
              <a:ext uri="{FF2B5EF4-FFF2-40B4-BE49-F238E27FC236}">
                <a16:creationId xmlns:a16="http://schemas.microsoft.com/office/drawing/2014/main" id="{405654AF-A639-3FB5-E967-011B97C87C67}"/>
              </a:ext>
            </a:extLst>
          </p:cNvPr>
          <p:cNvSpPr>
            <a:spLocks noGrp="1"/>
          </p:cNvSpPr>
          <p:nvPr>
            <p:ph type="dt" sz="half" idx="15"/>
          </p:nvPr>
        </p:nvSpPr>
        <p:spPr/>
        <p:txBody>
          <a:bodyPr/>
          <a:lstStyle/>
          <a:p>
            <a:fld id="{1334C91E-202E-4F31-89CE-0789502AC959}" type="datetime4">
              <a:rPr lang="en-US" smtClean="0"/>
              <a:t>March 16, 2026</a:t>
            </a:fld>
            <a:endParaRPr lang="en-US" dirty="0"/>
          </a:p>
        </p:txBody>
      </p:sp>
    </p:spTree>
    <p:extLst>
      <p:ext uri="{BB962C8B-B14F-4D97-AF65-F5344CB8AC3E}">
        <p14:creationId xmlns:p14="http://schemas.microsoft.com/office/powerpoint/2010/main" val="756036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429768"/>
            <a:ext cx="10817352" cy="960120"/>
          </a:xfrm>
          <a:prstGeom prst="rect">
            <a:avLst/>
          </a:prstGeom>
        </p:spPr>
        <p:txBody>
          <a:bodyPr/>
          <a:lstStyle>
            <a:lvl1pPr>
              <a:lnSpc>
                <a:spcPct val="120000"/>
              </a:lnSpc>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9B4DD502-5BE6-822B-DB91-B6295D991AC2}"/>
              </a:ext>
            </a:extLst>
          </p:cNvPr>
          <p:cNvSpPr>
            <a:spLocks noGrp="1"/>
          </p:cNvSpPr>
          <p:nvPr>
            <p:ph type="ftr" sz="quarter" idx="11"/>
          </p:nvPr>
        </p:nvSpPr>
        <p:spPr/>
        <p:txBody>
          <a:bodyPr/>
          <a:lstStyle/>
          <a:p>
            <a:pPr algn="r"/>
            <a:r>
              <a:rPr lang="en-US" dirty="0"/>
              <a:t>Sample Footer Text</a:t>
            </a:r>
          </a:p>
        </p:txBody>
      </p:sp>
      <p:sp>
        <p:nvSpPr>
          <p:cNvPr id="8" name="Slide Number Placeholder 7">
            <a:extLst>
              <a:ext uri="{FF2B5EF4-FFF2-40B4-BE49-F238E27FC236}">
                <a16:creationId xmlns:a16="http://schemas.microsoft.com/office/drawing/2014/main" id="{3CBD9E88-9DFA-2EB7-34D5-E029BD46F5E3}"/>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6" name="Date Placeholder 5">
            <a:extLst>
              <a:ext uri="{FF2B5EF4-FFF2-40B4-BE49-F238E27FC236}">
                <a16:creationId xmlns:a16="http://schemas.microsoft.com/office/drawing/2014/main" id="{26035DAD-0E07-921A-1F16-10A8BBFC3975}"/>
              </a:ext>
            </a:extLst>
          </p:cNvPr>
          <p:cNvSpPr>
            <a:spLocks noGrp="1"/>
          </p:cNvSpPr>
          <p:nvPr>
            <p:ph type="dt" sz="half" idx="10"/>
          </p:nvPr>
        </p:nvSpPr>
        <p:spPr/>
        <p:txBody>
          <a:bodyPr/>
          <a:lstStyle/>
          <a:p>
            <a:fld id="{CD320626-9DFB-409D-967E-45C89655DB7A}" type="datetime4">
              <a:rPr lang="en-US" smtClean="0"/>
              <a:t>March 16, 2026</a:t>
            </a:fld>
            <a:endParaRPr lang="en-US" dirty="0"/>
          </a:p>
        </p:txBody>
      </p:sp>
    </p:spTree>
    <p:extLst>
      <p:ext uri="{BB962C8B-B14F-4D97-AF65-F5344CB8AC3E}">
        <p14:creationId xmlns:p14="http://schemas.microsoft.com/office/powerpoint/2010/main" val="2048023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9E11FDDA-B97C-DDC5-8DB1-E60BD2AA1DBB}"/>
              </a:ext>
            </a:extLst>
          </p:cNvPr>
          <p:cNvSpPr>
            <a:spLocks noGrp="1"/>
          </p:cNvSpPr>
          <p:nvPr>
            <p:ph type="ftr" sz="quarter" idx="11"/>
          </p:nvPr>
        </p:nvSpPr>
        <p:spPr/>
        <p:txBody>
          <a:bodyPr/>
          <a:lstStyle/>
          <a:p>
            <a:pPr algn="r"/>
            <a:r>
              <a:rPr lang="en-US" dirty="0"/>
              <a:t>Sample Footer Text</a:t>
            </a:r>
          </a:p>
        </p:txBody>
      </p:sp>
      <p:sp>
        <p:nvSpPr>
          <p:cNvPr id="7" name="Slide Number Placeholder 6">
            <a:extLst>
              <a:ext uri="{FF2B5EF4-FFF2-40B4-BE49-F238E27FC236}">
                <a16:creationId xmlns:a16="http://schemas.microsoft.com/office/drawing/2014/main" id="{7F72A1C0-DA96-EA1E-D5A0-508F879B0757}"/>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5" name="Date Placeholder 4">
            <a:extLst>
              <a:ext uri="{FF2B5EF4-FFF2-40B4-BE49-F238E27FC236}">
                <a16:creationId xmlns:a16="http://schemas.microsoft.com/office/drawing/2014/main" id="{F97F18BD-749C-B50F-D44C-F42AA6AABEB9}"/>
              </a:ext>
            </a:extLst>
          </p:cNvPr>
          <p:cNvSpPr>
            <a:spLocks noGrp="1"/>
          </p:cNvSpPr>
          <p:nvPr>
            <p:ph type="dt" sz="half" idx="10"/>
          </p:nvPr>
        </p:nvSpPr>
        <p:spPr/>
        <p:txBody>
          <a:bodyPr/>
          <a:lstStyle/>
          <a:p>
            <a:fld id="{1EC1A3DC-DD83-4773-AD6C-D60629042765}" type="datetime4">
              <a:rPr lang="en-US" smtClean="0"/>
              <a:t>March 16, 2026</a:t>
            </a:fld>
            <a:endParaRPr lang="en-US" dirty="0"/>
          </a:p>
        </p:txBody>
      </p:sp>
    </p:spTree>
    <p:extLst>
      <p:ext uri="{BB962C8B-B14F-4D97-AF65-F5344CB8AC3E}">
        <p14:creationId xmlns:p14="http://schemas.microsoft.com/office/powerpoint/2010/main" val="459542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58952"/>
            <a:ext cx="3595634" cy="2212848"/>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971800"/>
            <a:ext cx="3309608" cy="3127248"/>
          </a:xfrm>
          <a:prstGeom prst="rect">
            <a:avLst/>
          </a:prstGeom>
        </p:spPr>
        <p:txBody>
          <a:bodyPr anchor="t">
            <a:normAutofit/>
          </a:bodyPr>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6" y="758952"/>
            <a:ext cx="6284130" cy="534009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endParaRPr lang="en-US" dirty="0"/>
          </a:p>
        </p:txBody>
      </p:sp>
      <p:sp>
        <p:nvSpPr>
          <p:cNvPr id="13" name="Footer Placeholder 12">
            <a:extLst>
              <a:ext uri="{FF2B5EF4-FFF2-40B4-BE49-F238E27FC236}">
                <a16:creationId xmlns:a16="http://schemas.microsoft.com/office/drawing/2014/main" id="{247FD854-00E9-7A1B-6B8C-0458F22F1EC3}"/>
              </a:ext>
            </a:extLst>
          </p:cNvPr>
          <p:cNvSpPr>
            <a:spLocks noGrp="1"/>
          </p:cNvSpPr>
          <p:nvPr>
            <p:ph type="ftr" sz="quarter" idx="11"/>
          </p:nvPr>
        </p:nvSpPr>
        <p:spPr/>
        <p:txBody>
          <a:bodyPr/>
          <a:lstStyle/>
          <a:p>
            <a:pPr algn="r"/>
            <a:r>
              <a:rPr lang="en-US" dirty="0"/>
              <a:t>Sample Footer Text</a:t>
            </a:r>
          </a:p>
        </p:txBody>
      </p:sp>
      <p:sp>
        <p:nvSpPr>
          <p:cNvPr id="14" name="Slide Number Placeholder 13">
            <a:extLst>
              <a:ext uri="{FF2B5EF4-FFF2-40B4-BE49-F238E27FC236}">
                <a16:creationId xmlns:a16="http://schemas.microsoft.com/office/drawing/2014/main" id="{205E2392-B840-3FDD-E39D-8521DC827038}"/>
              </a:ext>
            </a:extLst>
          </p:cNvPr>
          <p:cNvSpPr>
            <a:spLocks noGrp="1"/>
          </p:cNvSpPr>
          <p:nvPr>
            <p:ph type="sldNum" sz="quarter" idx="12"/>
          </p:nvPr>
        </p:nvSpPr>
        <p:spPr/>
        <p:txBody>
          <a:bodyPr/>
          <a:lstStyle/>
          <a:p>
            <a:pPr algn="ctr"/>
            <a:fld id="{8D252C1B-CBF0-4A4D-8F57-7FB989103249}" type="slidenum">
              <a:rPr lang="en-US" smtClean="0"/>
              <a:pPr algn="ctr"/>
              <a:t>‹#›</a:t>
            </a:fld>
            <a:endParaRPr lang="en-US" dirty="0"/>
          </a:p>
        </p:txBody>
      </p:sp>
      <p:sp>
        <p:nvSpPr>
          <p:cNvPr id="12" name="Date Placeholder 11">
            <a:extLst>
              <a:ext uri="{FF2B5EF4-FFF2-40B4-BE49-F238E27FC236}">
                <a16:creationId xmlns:a16="http://schemas.microsoft.com/office/drawing/2014/main" id="{542EA063-3C1A-D1D2-916B-C1A4F124EA0C}"/>
              </a:ext>
            </a:extLst>
          </p:cNvPr>
          <p:cNvSpPr>
            <a:spLocks noGrp="1"/>
          </p:cNvSpPr>
          <p:nvPr>
            <p:ph type="dt" sz="half" idx="10"/>
          </p:nvPr>
        </p:nvSpPr>
        <p:spPr/>
        <p:txBody>
          <a:bodyPr/>
          <a:lstStyle/>
          <a:p>
            <a:fld id="{E033576C-593A-47BB-B516-D2528E5E552A}" type="datetime4">
              <a:rPr lang="en-US" smtClean="0"/>
              <a:t>March 16, 2026</a:t>
            </a:fld>
            <a:endParaRPr lang="en-US" dirty="0"/>
          </a:p>
        </p:txBody>
      </p:sp>
    </p:spTree>
    <p:extLst>
      <p:ext uri="{BB962C8B-B14F-4D97-AF65-F5344CB8AC3E}">
        <p14:creationId xmlns:p14="http://schemas.microsoft.com/office/powerpoint/2010/main" val="42620736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62000"/>
            <a:ext cx="3713996" cy="2212313"/>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401567"/>
            <a:ext cx="3300984" cy="2731008"/>
          </a:xfrm>
          <a:prstGeom prst="rect">
            <a:avLst/>
          </a:prstGeom>
        </p:spPr>
        <p:txBody>
          <a:bodyPr anchor="b"/>
          <a:lstStyle>
            <a:lvl1pPr marL="0" indent="0">
              <a:lnSpc>
                <a:spcPct val="13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BE5C5A3E-7D50-F47F-EB7E-84E9BE86B09F}"/>
              </a:ext>
            </a:extLst>
          </p:cNvPr>
          <p:cNvSpPr>
            <a:spLocks noGrp="1"/>
          </p:cNvSpPr>
          <p:nvPr>
            <p:ph type="pic" sz="quarter" idx="13"/>
          </p:nvPr>
        </p:nvSpPr>
        <p:spPr>
          <a:xfrm>
            <a:off x="5361359" y="762000"/>
            <a:ext cx="6068641" cy="5334000"/>
          </a:xfrm>
          <a:prstGeom prst="rect">
            <a:avLst/>
          </a:prstGeom>
          <a:blipFill>
            <a:blip r:embed="rId2" cstate="screen">
              <a:alphaModFix amt="7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dirty="0"/>
              <a:t>Click icon to add picture</a:t>
            </a:r>
          </a:p>
        </p:txBody>
      </p:sp>
      <p:sp>
        <p:nvSpPr>
          <p:cNvPr id="16" name="Footer Placeholder 15">
            <a:extLst>
              <a:ext uri="{FF2B5EF4-FFF2-40B4-BE49-F238E27FC236}">
                <a16:creationId xmlns:a16="http://schemas.microsoft.com/office/drawing/2014/main" id="{27DBDBE0-7D82-CCC0-82C8-C75970BFD286}"/>
              </a:ext>
            </a:extLst>
          </p:cNvPr>
          <p:cNvSpPr>
            <a:spLocks noGrp="1"/>
          </p:cNvSpPr>
          <p:nvPr>
            <p:ph type="ftr" sz="quarter" idx="15"/>
          </p:nvPr>
        </p:nvSpPr>
        <p:spPr/>
        <p:txBody>
          <a:bodyPr/>
          <a:lstStyle/>
          <a:p>
            <a:pPr algn="r"/>
            <a:r>
              <a:rPr lang="en-US" dirty="0"/>
              <a:t>Sample Footer Text</a:t>
            </a:r>
          </a:p>
        </p:txBody>
      </p:sp>
      <p:sp>
        <p:nvSpPr>
          <p:cNvPr id="17" name="Slide Number Placeholder 16">
            <a:extLst>
              <a:ext uri="{FF2B5EF4-FFF2-40B4-BE49-F238E27FC236}">
                <a16:creationId xmlns:a16="http://schemas.microsoft.com/office/drawing/2014/main" id="{098B971C-659F-56B1-E5C8-1551C52DEB0E}"/>
              </a:ext>
            </a:extLst>
          </p:cNvPr>
          <p:cNvSpPr>
            <a:spLocks noGrp="1"/>
          </p:cNvSpPr>
          <p:nvPr>
            <p:ph type="sldNum" sz="quarter" idx="16"/>
          </p:nvPr>
        </p:nvSpPr>
        <p:spPr/>
        <p:txBody>
          <a:bodyPr/>
          <a:lstStyle/>
          <a:p>
            <a:pPr algn="ctr"/>
            <a:fld id="{8D252C1B-CBF0-4A4D-8F57-7FB989103249}" type="slidenum">
              <a:rPr lang="en-US" smtClean="0"/>
              <a:pPr algn="ctr"/>
              <a:t>‹#›</a:t>
            </a:fld>
            <a:endParaRPr lang="en-US" dirty="0"/>
          </a:p>
        </p:txBody>
      </p:sp>
      <p:sp>
        <p:nvSpPr>
          <p:cNvPr id="15" name="Date Placeholder 14">
            <a:extLst>
              <a:ext uri="{FF2B5EF4-FFF2-40B4-BE49-F238E27FC236}">
                <a16:creationId xmlns:a16="http://schemas.microsoft.com/office/drawing/2014/main" id="{1018BD95-468D-0282-9949-1A0343239975}"/>
              </a:ext>
            </a:extLst>
          </p:cNvPr>
          <p:cNvSpPr>
            <a:spLocks noGrp="1"/>
          </p:cNvSpPr>
          <p:nvPr>
            <p:ph type="dt" sz="half" idx="14"/>
          </p:nvPr>
        </p:nvSpPr>
        <p:spPr/>
        <p:txBody>
          <a:bodyPr/>
          <a:lstStyle/>
          <a:p>
            <a:fld id="{1A852720-599F-48B5-9C00-11A46BDCDC83}" type="datetime4">
              <a:rPr lang="en-US" smtClean="0"/>
              <a:t>March 16, 2026</a:t>
            </a:fld>
            <a:endParaRPr lang="en-US" dirty="0"/>
          </a:p>
        </p:txBody>
      </p:sp>
    </p:spTree>
    <p:extLst>
      <p:ext uri="{BB962C8B-B14F-4D97-AF65-F5344CB8AC3E}">
        <p14:creationId xmlns:p14="http://schemas.microsoft.com/office/powerpoint/2010/main" val="12329197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937FE2A9-21DD-FB38-F9C9-5420B56B7136}"/>
              </a:ext>
              <a:ext uri="{C183D7F6-B498-43B3-948B-1728B52AA6E4}">
                <adec:decorative xmlns:adec="http://schemas.microsoft.com/office/drawing/2017/decorative" val="1"/>
              </a:ext>
            </a:extLst>
          </p:cNvPr>
          <p:cNvCxnSpPr>
            <a:cxnSpLocks/>
          </p:cNvCxnSpPr>
          <p:nvPr/>
        </p:nvCxnSpPr>
        <p:spPr>
          <a:xfrm>
            <a:off x="793007" y="761998"/>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033272"/>
            <a:ext cx="7342632" cy="1901952"/>
          </a:xfrm>
          <a:prstGeom prst="rect">
            <a:avLst/>
          </a:prstGeom>
        </p:spPr>
        <p:txBody>
          <a:bodyPr anchor="t">
            <a:normAutofit/>
          </a:bodyPr>
          <a:lstStyle>
            <a:lvl1pPr>
              <a:lnSpc>
                <a:spcPct val="120000"/>
              </a:lnSpc>
              <a:defRPr sz="4000">
                <a:solidFill>
                  <a:schemeClr val="tx1"/>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593592"/>
            <a:ext cx="10680192" cy="2688336"/>
          </a:xfrm>
          <a:prstGeom prst="rect">
            <a:avLst/>
          </a:prstGeo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lnSpc>
                <a:spcPct val="130000"/>
              </a:lnSpc>
            </a:pPr>
            <a:r>
              <a:rPr lang="en-US"/>
              <a:t>Click to edit Master text styles</a:t>
            </a:r>
          </a:p>
          <a:p>
            <a:pPr lvl="1">
              <a:lnSpc>
                <a:spcPct val="130000"/>
              </a:lnSpc>
            </a:pPr>
            <a:r>
              <a:rPr lang="en-US"/>
              <a:t>Second level</a:t>
            </a:r>
          </a:p>
          <a:p>
            <a:pPr lvl="2">
              <a:lnSpc>
                <a:spcPct val="130000"/>
              </a:lnSpc>
            </a:pPr>
            <a:r>
              <a:rPr lang="en-US"/>
              <a:t>Third level</a:t>
            </a:r>
          </a:p>
          <a:p>
            <a:pPr lvl="3">
              <a:lnSpc>
                <a:spcPct val="130000"/>
              </a:lnSpc>
            </a:pPr>
            <a:r>
              <a:rPr lang="en-US"/>
              <a:t>Fourth level</a:t>
            </a:r>
          </a:p>
          <a:p>
            <a:pPr lvl="4">
              <a:lnSpc>
                <a:spcPct val="130000"/>
              </a:lnSpc>
            </a:pPr>
            <a:r>
              <a:rPr lang="en-US"/>
              <a:t>Fifth level</a:t>
            </a:r>
          </a:p>
        </p:txBody>
      </p:sp>
      <p:sp>
        <p:nvSpPr>
          <p:cNvPr id="9" name="Footer Placeholder 8">
            <a:extLst>
              <a:ext uri="{FF2B5EF4-FFF2-40B4-BE49-F238E27FC236}">
                <a16:creationId xmlns:a16="http://schemas.microsoft.com/office/drawing/2014/main" id="{F424D638-A40E-7DBE-0BDA-0653484A371B}"/>
              </a:ext>
            </a:extLst>
          </p:cNvPr>
          <p:cNvSpPr>
            <a:spLocks noGrp="1"/>
          </p:cNvSpPr>
          <p:nvPr>
            <p:ph type="ftr" sz="quarter" idx="15"/>
          </p:nvPr>
        </p:nvSpPr>
        <p:spPr/>
        <p:txBody>
          <a:bodyPr/>
          <a:lstStyle>
            <a:lvl1pPr>
              <a:defRPr>
                <a:solidFill>
                  <a:schemeClr val="tx1"/>
                </a:solidFill>
              </a:defRPr>
            </a:lvl1pPr>
          </a:lstStyle>
          <a:p>
            <a:r>
              <a:rPr lang="en-US" dirty="0"/>
              <a:t>Sample Footer Text</a:t>
            </a:r>
          </a:p>
        </p:txBody>
      </p:sp>
      <p:sp>
        <p:nvSpPr>
          <p:cNvPr id="10" name="Slide Number Placeholder 9">
            <a:extLst>
              <a:ext uri="{FF2B5EF4-FFF2-40B4-BE49-F238E27FC236}">
                <a16:creationId xmlns:a16="http://schemas.microsoft.com/office/drawing/2014/main" id="{D432539E-E64F-6ECB-8128-09189D20DDE8}"/>
              </a:ext>
            </a:extLst>
          </p:cNvPr>
          <p:cNvSpPr>
            <a:spLocks noGrp="1"/>
          </p:cNvSpPr>
          <p:nvPr>
            <p:ph type="sldNum" sz="quarter" idx="16"/>
          </p:nvPr>
        </p:nvSpPr>
        <p:spPr/>
        <p:txBody>
          <a:bodyPr/>
          <a:lstStyle>
            <a:lvl1pPr>
              <a:defRPr>
                <a:solidFill>
                  <a:schemeClr val="tx1"/>
                </a:solidFill>
              </a:defRPr>
            </a:lvl1pPr>
          </a:lstStyle>
          <a:p>
            <a:fld id="{8D252C1B-CBF0-4A4D-8F57-7FB989103249}" type="slidenum">
              <a:rPr lang="en-US" smtClean="0"/>
              <a:pPr/>
              <a:t>‹#›</a:t>
            </a:fld>
            <a:endParaRPr lang="en-US" dirty="0"/>
          </a:p>
        </p:txBody>
      </p:sp>
      <p:sp>
        <p:nvSpPr>
          <p:cNvPr id="7" name="Date Placeholder 6">
            <a:extLst>
              <a:ext uri="{FF2B5EF4-FFF2-40B4-BE49-F238E27FC236}">
                <a16:creationId xmlns:a16="http://schemas.microsoft.com/office/drawing/2014/main" id="{260958E1-1A6E-215C-E558-5C2B7E025D13}"/>
              </a:ext>
            </a:extLst>
          </p:cNvPr>
          <p:cNvSpPr>
            <a:spLocks noGrp="1"/>
          </p:cNvSpPr>
          <p:nvPr>
            <p:ph type="dt" sz="half" idx="14"/>
          </p:nvPr>
        </p:nvSpPr>
        <p:spPr/>
        <p:txBody>
          <a:bodyPr/>
          <a:lstStyle>
            <a:lvl1pPr>
              <a:defRPr>
                <a:solidFill>
                  <a:schemeClr val="tx1"/>
                </a:solidFill>
              </a:defRPr>
            </a:lvl1pPr>
          </a:lstStyle>
          <a:p>
            <a:fld id="{DD59AC0F-8E77-4F74-A460-12024CA04876}" type="datetime4">
              <a:rPr lang="en-US" smtClean="0"/>
              <a:pPr/>
              <a:t>March 16, 2026</a:t>
            </a:fld>
            <a:endParaRPr lang="en-US" dirty="0"/>
          </a:p>
        </p:txBody>
      </p:sp>
    </p:spTree>
    <p:extLst>
      <p:ext uri="{BB962C8B-B14F-4D97-AF65-F5344CB8AC3E}">
        <p14:creationId xmlns:p14="http://schemas.microsoft.com/office/powerpoint/2010/main" val="2345424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1"/>
        </a:solidFill>
        <a:effectLst/>
      </p:bgPr>
    </p:bg>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9CBFB52-CE70-A084-2784-8ADA5CBB0506}"/>
              </a:ext>
              <a:ext uri="{C183D7F6-B498-43B3-948B-1728B52AA6E4}">
                <adec:decorative xmlns:adec="http://schemas.microsoft.com/office/drawing/2017/decorative" val="1"/>
              </a:ext>
            </a:extLst>
          </p:cNvPr>
          <p:cNvSpPr/>
          <p:nvPr/>
        </p:nvSpPr>
        <p:spPr>
          <a:xfrm>
            <a:off x="733197" y="1114197"/>
            <a:ext cx="4629606" cy="46296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59536" y="2441448"/>
            <a:ext cx="4389120" cy="1984248"/>
          </a:xfrm>
          <a:prstGeom prst="rect">
            <a:avLst/>
          </a:prstGeom>
        </p:spPr>
        <p:txBody>
          <a:bodyPr anchor="ctr">
            <a:normAutofit/>
          </a:bodyPr>
          <a:lstStyle>
            <a:lvl1pPr algn="ctr">
              <a:lnSpc>
                <a:spcPct val="120000"/>
              </a:lnSpc>
              <a:defRPr sz="4000">
                <a:solidFill>
                  <a:schemeClr val="tx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272786" y="1792224"/>
            <a:ext cx="4626864" cy="3529584"/>
          </a:xfrm>
          <a:prstGeom prst="rect">
            <a:avLst/>
          </a:prstGeom>
        </p:spPr>
        <p:txBody>
          <a:bodyPr vert="horz" lIns="91440" tIns="45720" rIns="91440" bIns="45720" rtlCol="0" anchor="ctr">
            <a:normAutofit/>
          </a:bodyPr>
          <a:lstStyle>
            <a:lvl1pPr marL="0" indent="0">
              <a:lnSpc>
                <a:spcPct val="130000"/>
              </a:lnSpc>
              <a:buNone/>
              <a:defRPr lang="en-US" sz="2400" dirty="0">
                <a:solidFill>
                  <a:schemeClr val="bg1"/>
                </a:solidFill>
              </a:defRPr>
            </a:lvl1pPr>
            <a:lvl2pPr marL="228600" indent="0">
              <a:lnSpc>
                <a:spcPct val="130000"/>
              </a:lnSpc>
              <a:buNone/>
              <a:defRPr lang="en-US" sz="2000" dirty="0">
                <a:solidFill>
                  <a:schemeClr val="bg1"/>
                </a:solidFill>
              </a:defRPr>
            </a:lvl2pPr>
            <a:lvl3pPr marL="457200" indent="0">
              <a:lnSpc>
                <a:spcPct val="130000"/>
              </a:lnSpc>
              <a:buNone/>
              <a:defRPr lang="en-US" sz="1800" dirty="0">
                <a:solidFill>
                  <a:schemeClr val="bg1"/>
                </a:solidFill>
              </a:defRPr>
            </a:lvl3pPr>
            <a:lvl4pPr marL="685800" indent="0">
              <a:lnSpc>
                <a:spcPct val="130000"/>
              </a:lnSpc>
              <a:buNone/>
              <a:defRPr lang="en-US" sz="1600" dirty="0">
                <a:solidFill>
                  <a:schemeClr val="bg1"/>
                </a:solidFill>
              </a:defRPr>
            </a:lvl4pPr>
            <a:lvl5pPr marL="914400" indent="0">
              <a:lnSpc>
                <a:spcPct val="130000"/>
              </a:lnSpc>
              <a:buNone/>
              <a:defRPr lang="en-US" sz="1400" dirty="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AD01EFD6-9B00-587B-896E-04546E348CB7}"/>
              </a:ext>
            </a:extLst>
          </p:cNvPr>
          <p:cNvSpPr>
            <a:spLocks noGrp="1"/>
          </p:cNvSpPr>
          <p:nvPr>
            <p:ph type="ftr" sz="quarter" idx="16"/>
          </p:nvPr>
        </p:nvSpPr>
        <p:spPr/>
        <p:txBody>
          <a:bodyPr/>
          <a:lstStyle>
            <a:lvl1pPr>
              <a:defRPr>
                <a:solidFill>
                  <a:schemeClr val="bg1"/>
                </a:solidFill>
              </a:defRPr>
            </a:lvl1pPr>
          </a:lstStyle>
          <a:p>
            <a:r>
              <a:rPr lang="en-US" dirty="0"/>
              <a:t>Sample Footer Text</a:t>
            </a:r>
          </a:p>
        </p:txBody>
      </p:sp>
      <p:sp>
        <p:nvSpPr>
          <p:cNvPr id="13" name="Slide Number Placeholder 12">
            <a:extLst>
              <a:ext uri="{FF2B5EF4-FFF2-40B4-BE49-F238E27FC236}">
                <a16:creationId xmlns:a16="http://schemas.microsoft.com/office/drawing/2014/main" id="{16E3DBA5-3A5D-C80F-F079-E97456BEC2FA}"/>
              </a:ext>
            </a:extLst>
          </p:cNvPr>
          <p:cNvSpPr>
            <a:spLocks noGrp="1"/>
          </p:cNvSpPr>
          <p:nvPr>
            <p:ph type="sldNum" sz="quarter" idx="17"/>
          </p:nvPr>
        </p:nvSpPr>
        <p:spPr/>
        <p:txBody>
          <a:bodyPr/>
          <a:lstStyle>
            <a:lvl1pPr>
              <a:defRPr>
                <a:solidFill>
                  <a:schemeClr val="bg1"/>
                </a:solidFill>
              </a:defRPr>
            </a:lvl1pPr>
          </a:lstStyle>
          <a:p>
            <a:fld id="{8D252C1B-CBF0-4A4D-8F57-7FB989103249}" type="slidenum">
              <a:rPr lang="en-US" smtClean="0"/>
              <a:pPr/>
              <a:t>‹#›</a:t>
            </a:fld>
            <a:endParaRPr lang="en-US" dirty="0"/>
          </a:p>
        </p:txBody>
      </p:sp>
      <p:sp>
        <p:nvSpPr>
          <p:cNvPr id="11" name="Date Placeholder 10">
            <a:extLst>
              <a:ext uri="{FF2B5EF4-FFF2-40B4-BE49-F238E27FC236}">
                <a16:creationId xmlns:a16="http://schemas.microsoft.com/office/drawing/2014/main" id="{7470B87B-1EC8-FB40-1A35-1CFC24500D80}"/>
              </a:ext>
            </a:extLst>
          </p:cNvPr>
          <p:cNvSpPr>
            <a:spLocks noGrp="1"/>
          </p:cNvSpPr>
          <p:nvPr>
            <p:ph type="dt" sz="half" idx="15"/>
          </p:nvPr>
        </p:nvSpPr>
        <p:spPr/>
        <p:txBody>
          <a:bodyPr/>
          <a:lstStyle>
            <a:lvl1pPr>
              <a:defRPr>
                <a:solidFill>
                  <a:schemeClr val="bg1"/>
                </a:solidFill>
              </a:defRPr>
            </a:lvl1pPr>
          </a:lstStyle>
          <a:p>
            <a:fld id="{54478ED8-172F-4F2D-A6E6-A5C5E0653480}" type="datetime4">
              <a:rPr lang="en-US" smtClean="0"/>
              <a:pPr/>
              <a:t>March 16, 2026</a:t>
            </a:fld>
            <a:endParaRPr lang="en-US" dirty="0"/>
          </a:p>
        </p:txBody>
      </p:sp>
    </p:spTree>
    <p:extLst>
      <p:ext uri="{BB962C8B-B14F-4D97-AF65-F5344CB8AC3E}">
        <p14:creationId xmlns:p14="http://schemas.microsoft.com/office/powerpoint/2010/main" val="35399855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Title, Content 22">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37176" y="548640"/>
            <a:ext cx="6455664" cy="59527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1AB169CA-5488-CD07-6516-947BBA28AB35}"/>
              </a:ext>
            </a:extLst>
          </p:cNvPr>
          <p:cNvSpPr>
            <a:spLocks noGrp="1"/>
          </p:cNvSpPr>
          <p:nvPr>
            <p:ph type="dt" sz="half" idx="14"/>
          </p:nvPr>
        </p:nvSpPr>
        <p:spPr>
          <a:xfrm rot="5400000">
            <a:off x="10469880" y="4892040"/>
            <a:ext cx="2670048" cy="365760"/>
          </a:xfrm>
          <a:prstGeom prst="rect">
            <a:avLst/>
          </a:prstGeom>
        </p:spPr>
        <p:txBody>
          <a:bodyPr/>
          <a:lstStyle/>
          <a:p>
            <a:r>
              <a:rPr lang="en-US" dirty="0"/>
              <a:t>2/6/2025</a:t>
            </a:r>
          </a:p>
        </p:txBody>
      </p:sp>
      <p:sp>
        <p:nvSpPr>
          <p:cNvPr id="7" name="Footer Placeholder 6">
            <a:extLst>
              <a:ext uri="{FF2B5EF4-FFF2-40B4-BE49-F238E27FC236}">
                <a16:creationId xmlns:a16="http://schemas.microsoft.com/office/drawing/2014/main" id="{D61483D3-774D-9D68-68CB-5A937232274F}"/>
              </a:ext>
            </a:extLst>
          </p:cNvPr>
          <p:cNvSpPr>
            <a:spLocks noGrp="1"/>
          </p:cNvSpPr>
          <p:nvPr>
            <p:ph type="ftr" sz="quarter" idx="15"/>
          </p:nvPr>
        </p:nvSpPr>
        <p:spPr>
          <a:xfrm rot="5400000">
            <a:off x="10469880" y="1609344"/>
            <a:ext cx="2670048" cy="365760"/>
          </a:xfrm>
          <a:prstGeom prst="rect">
            <a:avLst/>
          </a:prstGeom>
        </p:spPr>
        <p:txBody>
          <a:bodyPr/>
          <a:lstStyle/>
          <a:p>
            <a:pPr algn="r"/>
            <a:r>
              <a:rPr lang="en-US" dirty="0"/>
              <a:t>Sample Footer Text</a:t>
            </a:r>
          </a:p>
        </p:txBody>
      </p:sp>
      <p:sp>
        <p:nvSpPr>
          <p:cNvPr id="9" name="Slide Number Placeholder 8">
            <a:extLst>
              <a:ext uri="{FF2B5EF4-FFF2-40B4-BE49-F238E27FC236}">
                <a16:creationId xmlns:a16="http://schemas.microsoft.com/office/drawing/2014/main" id="{C1048750-D97F-4F3E-349E-380EE5D3BD60}"/>
              </a:ext>
            </a:extLst>
          </p:cNvPr>
          <p:cNvSpPr>
            <a:spLocks noGrp="1"/>
          </p:cNvSpPr>
          <p:nvPr>
            <p:ph type="sldNum" sz="quarter" idx="16"/>
          </p:nvPr>
        </p:nvSpPr>
        <p:spPr>
          <a:xfrm>
            <a:off x="11494008" y="3218688"/>
            <a:ext cx="630936" cy="429768"/>
          </a:xfrm>
          <a:prstGeom prst="rect">
            <a:avLst/>
          </a:prstGeom>
        </p:spPr>
        <p:txBody>
          <a:bodyPr/>
          <a:lstStyle/>
          <a:p>
            <a:pPr algn="ctr"/>
            <a:fld id="{CC057153-B650-4DEB-B370-79DDCFDCE934}" type="slidenum">
              <a:rPr lang="en-US" smtClean="0"/>
              <a:pPr algn="ctr"/>
              <a:t>‹#›</a:t>
            </a:fld>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8640" y="548640"/>
            <a:ext cx="3538728" cy="2286000"/>
          </a:xfrm>
          <a:prstGeom prst="rect">
            <a:avLst/>
          </a:prstGeom>
        </p:spPr>
        <p:txBody>
          <a:bodyPr anchor="t">
            <a:normAutofit/>
          </a:bodyPr>
          <a:lstStyle>
            <a:lvl1pPr>
              <a:lnSpc>
                <a:spcPct val="120000"/>
              </a:lnSpc>
              <a:defRPr sz="2800"/>
            </a:lvl1pPr>
          </a:lstStyle>
          <a:p>
            <a:r>
              <a:rPr lang="en-US"/>
              <a:t>Click to edit Master title style</a:t>
            </a:r>
            <a:endParaRPr lang="en-US" dirty="0"/>
          </a:p>
        </p:txBody>
      </p:sp>
    </p:spTree>
    <p:extLst>
      <p:ext uri="{BB962C8B-B14F-4D97-AF65-F5344CB8AC3E}">
        <p14:creationId xmlns:p14="http://schemas.microsoft.com/office/powerpoint/2010/main" val="9479999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Title, Content Photo 2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8B6547-2A22-DE9B-D76B-8BC9967D224D}"/>
              </a:ext>
              <a:ext uri="{C183D7F6-B498-43B3-948B-1728B52AA6E4}">
                <adec:decorative xmlns:adec="http://schemas.microsoft.com/office/drawing/2017/decorative" val="1"/>
              </a:ext>
            </a:extLst>
          </p:cNvPr>
          <p:cNvSpPr/>
          <p:nvPr/>
        </p:nvSpPr>
        <p:spPr>
          <a:xfrm>
            <a:off x="0" y="0"/>
            <a:ext cx="4050792"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782312" y="758952"/>
            <a:ext cx="6382512" cy="533095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43FC80B3-DCFA-D45D-AE8E-A26A743D9695}"/>
              </a:ext>
            </a:extLst>
          </p:cNvPr>
          <p:cNvSpPr>
            <a:spLocks noGrp="1"/>
          </p:cNvSpPr>
          <p:nvPr>
            <p:ph type="dt" sz="half" idx="15"/>
          </p:nvPr>
        </p:nvSpPr>
        <p:spPr>
          <a:xfrm rot="5400000">
            <a:off x="10469880" y="4892040"/>
            <a:ext cx="2670048" cy="365760"/>
          </a:xfrm>
          <a:prstGeom prst="rect">
            <a:avLst/>
          </a:prstGeom>
        </p:spPr>
        <p:txBody>
          <a:bodyPr/>
          <a:lstStyle>
            <a:lvl1pPr>
              <a:defRPr>
                <a:solidFill>
                  <a:schemeClr val="tx1"/>
                </a:solidFill>
              </a:defRPr>
            </a:lvl1pPr>
          </a:lstStyle>
          <a:p>
            <a:r>
              <a:rPr lang="en-US" dirty="0"/>
              <a:t>2/6/2025</a:t>
            </a:r>
          </a:p>
        </p:txBody>
      </p:sp>
      <p:sp>
        <p:nvSpPr>
          <p:cNvPr id="9" name="Footer Placeholder 8">
            <a:extLst>
              <a:ext uri="{FF2B5EF4-FFF2-40B4-BE49-F238E27FC236}">
                <a16:creationId xmlns:a16="http://schemas.microsoft.com/office/drawing/2014/main" id="{124D8FCC-5F89-BD9A-1A9F-45F99E8917AB}"/>
              </a:ext>
            </a:extLst>
          </p:cNvPr>
          <p:cNvSpPr>
            <a:spLocks noGrp="1"/>
          </p:cNvSpPr>
          <p:nvPr>
            <p:ph type="ftr" sz="quarter" idx="16"/>
          </p:nvPr>
        </p:nvSpPr>
        <p:spPr>
          <a:xfrm rot="5400000">
            <a:off x="10469880" y="1609344"/>
            <a:ext cx="2670048" cy="365760"/>
          </a:xfrm>
          <a:prstGeom prst="rect">
            <a:avLst/>
          </a:prstGeom>
        </p:spPr>
        <p:txBody>
          <a:bodyPr/>
          <a:lstStyle>
            <a:lvl1pPr>
              <a:defRPr>
                <a:solidFill>
                  <a:schemeClr val="tx1"/>
                </a:solidFill>
              </a:defRPr>
            </a:lvl1pPr>
          </a:lstStyle>
          <a:p>
            <a:pPr algn="r"/>
            <a:r>
              <a:rPr lang="en-US" dirty="0"/>
              <a:t>Sample Footer Text</a:t>
            </a:r>
          </a:p>
        </p:txBody>
      </p:sp>
      <p:sp>
        <p:nvSpPr>
          <p:cNvPr id="10" name="Slide Number Placeholder 9">
            <a:extLst>
              <a:ext uri="{FF2B5EF4-FFF2-40B4-BE49-F238E27FC236}">
                <a16:creationId xmlns:a16="http://schemas.microsoft.com/office/drawing/2014/main" id="{80387031-1FAB-58C5-4405-B9154D8D4EFB}"/>
              </a:ext>
            </a:extLst>
          </p:cNvPr>
          <p:cNvSpPr>
            <a:spLocks noGrp="1"/>
          </p:cNvSpPr>
          <p:nvPr>
            <p:ph type="sldNum" sz="quarter" idx="17"/>
          </p:nvPr>
        </p:nvSpPr>
        <p:spPr>
          <a:xfrm>
            <a:off x="11494008" y="3218688"/>
            <a:ext cx="630936" cy="429768"/>
          </a:xfrm>
          <a:prstGeom prst="rect">
            <a:avLst/>
          </a:prstGeom>
        </p:spPr>
        <p:txBody>
          <a:bodyPr/>
          <a:lstStyle>
            <a:lvl1pPr>
              <a:defRPr>
                <a:solidFill>
                  <a:schemeClr val="tx1"/>
                </a:solidFill>
              </a:defRPr>
            </a:lvl1pPr>
          </a:lstStyle>
          <a:p>
            <a:pPr algn="ctr"/>
            <a:fld id="{CC057153-B650-4DEB-B370-79DDCFDCE934}" type="slidenum">
              <a:rPr lang="en-US" smtClean="0"/>
              <a:pPr algn="ctr"/>
              <a:t>‹#›</a:t>
            </a:fld>
            <a:endParaRPr lang="en-US" dirty="0"/>
          </a:p>
        </p:txBody>
      </p:sp>
      <p:sp>
        <p:nvSpPr>
          <p:cNvPr id="14" name="Picture Placeholder 13">
            <a:extLst>
              <a:ext uri="{FF2B5EF4-FFF2-40B4-BE49-F238E27FC236}">
                <a16:creationId xmlns:a16="http://schemas.microsoft.com/office/drawing/2014/main" id="{ADB4AEC6-2EA4-A5BD-A76D-1C38CE894EC0}"/>
              </a:ext>
            </a:extLst>
          </p:cNvPr>
          <p:cNvSpPr>
            <a:spLocks noGrp="1"/>
          </p:cNvSpPr>
          <p:nvPr>
            <p:ph type="pic" sz="quarter" idx="18"/>
          </p:nvPr>
        </p:nvSpPr>
        <p:spPr>
          <a:xfrm>
            <a:off x="649224" y="813816"/>
            <a:ext cx="2752344" cy="2752344"/>
          </a:xfrm>
          <a:custGeom>
            <a:avLst/>
            <a:gdLst>
              <a:gd name="connsiteX0" fmla="*/ 2679192 w 5358384"/>
              <a:gd name="connsiteY0" fmla="*/ 0 h 5358384"/>
              <a:gd name="connsiteX1" fmla="*/ 5358384 w 5358384"/>
              <a:gd name="connsiteY1" fmla="*/ 2679192 h 5358384"/>
              <a:gd name="connsiteX2" fmla="*/ 2679192 w 5358384"/>
              <a:gd name="connsiteY2" fmla="*/ 5358384 h 5358384"/>
              <a:gd name="connsiteX3" fmla="*/ 0 w 5358384"/>
              <a:gd name="connsiteY3" fmla="*/ 2679192 h 5358384"/>
              <a:gd name="connsiteX4" fmla="*/ 2679192 w 5358384"/>
              <a:gd name="connsiteY4" fmla="*/ 0 h 53583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8384" h="5358384">
                <a:moveTo>
                  <a:pt x="2679192" y="0"/>
                </a:moveTo>
                <a:cubicBezTo>
                  <a:pt x="4158869" y="0"/>
                  <a:pt x="5358384" y="1199515"/>
                  <a:pt x="5358384" y="2679192"/>
                </a:cubicBezTo>
                <a:cubicBezTo>
                  <a:pt x="5358384" y="4158869"/>
                  <a:pt x="4158869" y="5358384"/>
                  <a:pt x="2679192" y="5358384"/>
                </a:cubicBezTo>
                <a:cubicBezTo>
                  <a:pt x="1199515" y="5358384"/>
                  <a:pt x="0" y="4158869"/>
                  <a:pt x="0" y="2679192"/>
                </a:cubicBezTo>
                <a:cubicBezTo>
                  <a:pt x="0" y="1199515"/>
                  <a:pt x="1199515" y="0"/>
                  <a:pt x="2679192" y="0"/>
                </a:cubicBezTo>
                <a:close/>
              </a:path>
            </a:pathLst>
          </a:custGeom>
          <a:blipFill>
            <a:blip r:embed="rId2" cstate="screen">
              <a:alphaModFix amt="70000"/>
              <a:extLst>
                <a:ext uri="{28A0092B-C50C-407E-A947-70E740481C1C}">
                  <a14:useLocalDpi xmlns:a14="http://schemas.microsoft.com/office/drawing/2010/main"/>
                </a:ext>
              </a:extLst>
            </a:blip>
            <a:stretch>
              <a:fillRect/>
            </a:stretch>
          </a:blipFill>
        </p:spPr>
        <p:txBody>
          <a:bodyPr vert="horz" lIns="91440" tIns="45720" rIns="91440" bIns="45720" rtlCol="0">
            <a:normAutofit/>
          </a:bodyPr>
          <a:lstStyle>
            <a:lvl1pPr>
              <a:defRPr lang="en-US" dirty="0">
                <a:solidFill>
                  <a:schemeClr val="bg1"/>
                </a:solidFill>
              </a:defRPr>
            </a:lvl1pPr>
          </a:lstStyle>
          <a:p>
            <a:pPr marL="0" lvl="0" indent="0">
              <a:buNone/>
            </a:pPr>
            <a:r>
              <a:rPr lang="en-US" dirty="0"/>
              <a:t>Click icon to add picture</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995928"/>
            <a:ext cx="3127248" cy="2093976"/>
          </a:xfrm>
          <a:prstGeom prst="rect">
            <a:avLst/>
          </a:prstGeom>
        </p:spPr>
        <p:txBody>
          <a:bodyPr vert="horz" lIns="91440" tIns="45720" rIns="91440" bIns="45720" rtlCol="0" anchor="ctr">
            <a:noAutofit/>
          </a:bodyPr>
          <a:lstStyle>
            <a:lvl1pPr algn="ctr">
              <a:defRPr lang="en-US" sz="2600" dirty="0">
                <a:solidFill>
                  <a:schemeClr val="bg1"/>
                </a:solidFill>
              </a:defRPr>
            </a:lvl1pPr>
          </a:lstStyle>
          <a:p>
            <a:pPr lvl="0">
              <a:lnSpc>
                <a:spcPct val="120000"/>
              </a:lnSpc>
            </a:pPr>
            <a:r>
              <a:rPr lang="en-US"/>
              <a:t>Click to edit Master title style</a:t>
            </a:r>
            <a:endParaRPr lang="en-US" dirty="0"/>
          </a:p>
        </p:txBody>
      </p:sp>
    </p:spTree>
    <p:extLst>
      <p:ext uri="{BB962C8B-B14F-4D97-AF65-F5344CB8AC3E}">
        <p14:creationId xmlns:p14="http://schemas.microsoft.com/office/powerpoint/2010/main" val="23303674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Title Placeholder 7">
            <a:extLst>
              <a:ext uri="{FF2B5EF4-FFF2-40B4-BE49-F238E27FC236}">
                <a16:creationId xmlns:a16="http://schemas.microsoft.com/office/drawing/2014/main" id="{84B65554-DB7D-CC81-D612-8170BD715444}"/>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46EA75EC-5FB9-4085-AA9C-B50367B6E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73E5B98-AB07-09F6-04F8-C2EB3C12CD78}"/>
              </a:ext>
            </a:extLst>
          </p:cNvPr>
          <p:cNvSpPr>
            <a:spLocks noGrp="1"/>
          </p:cNvSpPr>
          <p:nvPr>
            <p:ph type="ftr" sz="quarter" idx="3"/>
          </p:nvPr>
        </p:nvSpPr>
        <p:spPr>
          <a:xfrm rot="5400000">
            <a:off x="10469880" y="1609344"/>
            <a:ext cx="2670048" cy="365125"/>
          </a:xfrm>
          <a:prstGeom prst="rect">
            <a:avLst/>
          </a:prstGeom>
        </p:spPr>
        <p:txBody>
          <a:bodyPr vert="horz" lIns="91440" tIns="45720" rIns="91440" bIns="45720" rtlCol="0" anchor="ctr"/>
          <a:lstStyle>
            <a:lvl1pPr algn="r">
              <a:defRPr sz="700" b="1" cap="all" spc="300" baseline="0">
                <a:solidFill>
                  <a:schemeClr val="tx1"/>
                </a:solidFill>
              </a:defRPr>
            </a:lvl1pPr>
          </a:lstStyle>
          <a:p>
            <a:pPr algn="r"/>
            <a:r>
              <a:rPr lang="en-US" dirty="0"/>
              <a:t>Sample Footer Text</a:t>
            </a:r>
          </a:p>
        </p:txBody>
      </p:sp>
      <p:sp>
        <p:nvSpPr>
          <p:cNvPr id="6" name="Slide Number Placeholder 5">
            <a:extLst>
              <a:ext uri="{FF2B5EF4-FFF2-40B4-BE49-F238E27FC236}">
                <a16:creationId xmlns:a16="http://schemas.microsoft.com/office/drawing/2014/main" id="{0332D13A-F013-C2CA-B786-0E62D0843407}"/>
              </a:ext>
            </a:extLst>
          </p:cNvPr>
          <p:cNvSpPr>
            <a:spLocks noGrp="1"/>
          </p:cNvSpPr>
          <p:nvPr>
            <p:ph type="sldNum" sz="quarter" idx="4"/>
          </p:nvPr>
        </p:nvSpPr>
        <p:spPr>
          <a:xfrm>
            <a:off x="11494008" y="3218688"/>
            <a:ext cx="630936" cy="429768"/>
          </a:xfrm>
          <a:prstGeom prst="rect">
            <a:avLst/>
          </a:prstGeom>
        </p:spPr>
        <p:txBody>
          <a:bodyPr vert="horz" lIns="91440" tIns="45720" rIns="91440" bIns="45720" rtlCol="0" anchor="ctr"/>
          <a:lstStyle>
            <a:lvl1pPr algn="ctr">
              <a:defRPr sz="1600" b="1">
                <a:solidFill>
                  <a:schemeClr val="tx1"/>
                </a:solidFill>
                <a:latin typeface="+mj-lt"/>
              </a:defRPr>
            </a:lvl1pPr>
          </a:lstStyle>
          <a:p>
            <a:pPr algn="ctr"/>
            <a:fld id="{8D252C1B-CBF0-4A4D-8F57-7FB989103249}" type="slidenum">
              <a:rPr lang="en-US" smtClean="0"/>
              <a:pPr algn="ctr"/>
              <a:t>‹#›</a:t>
            </a:fld>
            <a:endParaRPr lang="en-US" dirty="0"/>
          </a:p>
        </p:txBody>
      </p:sp>
      <p:sp>
        <p:nvSpPr>
          <p:cNvPr id="4" name="Date Placeholder 3">
            <a:extLst>
              <a:ext uri="{FF2B5EF4-FFF2-40B4-BE49-F238E27FC236}">
                <a16:creationId xmlns:a16="http://schemas.microsoft.com/office/drawing/2014/main" id="{1E9F681B-72AC-AD9A-C239-A41763E16ADA}"/>
              </a:ext>
            </a:extLst>
          </p:cNvPr>
          <p:cNvSpPr>
            <a:spLocks noGrp="1"/>
          </p:cNvSpPr>
          <p:nvPr>
            <p:ph type="dt" sz="half" idx="2"/>
          </p:nvPr>
        </p:nvSpPr>
        <p:spPr>
          <a:xfrm rot="5400000">
            <a:off x="10479024" y="4882896"/>
            <a:ext cx="2670048"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05861B11-817A-478B-9F27-B7D56C03E9A1}" type="datetime4">
              <a:rPr lang="en-US" smtClean="0"/>
              <a:t>March 16, 2026</a:t>
            </a:fld>
            <a:endParaRPr lang="en-US" dirty="0"/>
          </a:p>
        </p:txBody>
      </p:sp>
    </p:spTree>
    <p:extLst>
      <p:ext uri="{BB962C8B-B14F-4D97-AF65-F5344CB8AC3E}">
        <p14:creationId xmlns:p14="http://schemas.microsoft.com/office/powerpoint/2010/main" val="179881722"/>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926" r:id="rId11"/>
    <p:sldLayoutId id="2147483877" r:id="rId12"/>
    <p:sldLayoutId id="2147483878" r:id="rId13"/>
    <p:sldLayoutId id="2147483879" r:id="rId14"/>
    <p:sldLayoutId id="2147483880" r:id="rId15"/>
    <p:sldLayoutId id="2147483881" r:id="rId16"/>
    <p:sldLayoutId id="2147483882" r:id="rId17"/>
    <p:sldLayoutId id="2147483883" r:id="rId18"/>
    <p:sldLayoutId id="2147483884" r:id="rId19"/>
    <p:sldLayoutId id="2147483885" r:id="rId20"/>
    <p:sldLayoutId id="2147483886" r:id="rId21"/>
    <p:sldLayoutId id="2147483887" r:id="rId22"/>
    <p:sldLayoutId id="2147483888" r:id="rId23"/>
    <p:sldLayoutId id="2147483889" r:id="rId24"/>
    <p:sldLayoutId id="2147483890" r:id="rId25"/>
    <p:sldLayoutId id="2147483891" r:id="rId26"/>
    <p:sldLayoutId id="2147483892" r:id="rId27"/>
    <p:sldLayoutId id="2147483893" r:id="rId28"/>
    <p:sldLayoutId id="2147483894" r:id="rId29"/>
    <p:sldLayoutId id="2147483895" r:id="rId30"/>
    <p:sldLayoutId id="2147483896" r:id="rId31"/>
    <p:sldLayoutId id="2147483897" r:id="rId32"/>
    <p:sldLayoutId id="2147483898" r:id="rId33"/>
    <p:sldLayoutId id="2147483899" r:id="rId34"/>
    <p:sldLayoutId id="2147483900" r:id="rId35"/>
    <p:sldLayoutId id="2147483901" r:id="rId36"/>
    <p:sldLayoutId id="2147483902" r:id="rId37"/>
    <p:sldLayoutId id="2147483903" r:id="rId38"/>
    <p:sldLayoutId id="2147483904" r:id="rId39"/>
    <p:sldLayoutId id="2147483905" r:id="rId40"/>
    <p:sldLayoutId id="2147483906" r:id="rId41"/>
    <p:sldLayoutId id="2147483907" r:id="rId42"/>
    <p:sldLayoutId id="2147483908" r:id="rId43"/>
    <p:sldLayoutId id="2147483909" r:id="rId44"/>
    <p:sldLayoutId id="2147483910" r:id="rId45"/>
    <p:sldLayoutId id="2147483911" r:id="rId46"/>
    <p:sldLayoutId id="2147483912" r:id="rId47"/>
    <p:sldLayoutId id="2147483913" r:id="rId48"/>
    <p:sldLayoutId id="2147483914" r:id="rId49"/>
    <p:sldLayoutId id="2147483915" r:id="rId50"/>
    <p:sldLayoutId id="2147483916" r:id="rId51"/>
    <p:sldLayoutId id="2147483917" r:id="rId52"/>
    <p:sldLayoutId id="2147483918" r:id="rId53"/>
    <p:sldLayoutId id="2147483919" r:id="rId54"/>
    <p:sldLayoutId id="2147483920" r:id="rId55"/>
    <p:sldLayoutId id="2147483921" r:id="rId56"/>
    <p:sldLayoutId id="2147483922" r:id="rId57"/>
    <p:sldLayoutId id="2147483923" r:id="rId58"/>
    <p:sldLayoutId id="2147483927" r:id="rId59"/>
    <p:sldLayoutId id="2147483930" r:id="rId60"/>
  </p:sldLayoutIdLst>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hf hdr="0"/>
  <p:txStyles>
    <p:titleStyle>
      <a:lvl1pPr algn="l" defTabSz="914400" rtl="0" eaLnBrk="1" latinLnBrk="0" hangingPunct="1">
        <a:lnSpc>
          <a:spcPct val="120000"/>
        </a:lnSpc>
        <a:spcBef>
          <a:spcPct val="0"/>
        </a:spcBef>
        <a:buNone/>
        <a:defRPr lang="en-US" sz="2800" b="1" kern="1200" cap="all" spc="500" baseline="0" dirty="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1800" kern="1200" smtClean="0">
          <a:solidFill>
            <a:schemeClr val="tx1"/>
          </a:solidFill>
          <a:latin typeface="+mn-lt"/>
          <a:ea typeface="+mn-ea"/>
          <a:cs typeface="+mn-cs"/>
        </a:defRPr>
      </a:lvl1pPr>
      <a:lvl2pPr marL="457200" indent="-228600" algn="l" defTabSz="914400" rtl="0" eaLnBrk="1" latinLnBrk="0" hangingPunct="1">
        <a:lnSpc>
          <a:spcPct val="130000"/>
        </a:lnSpc>
        <a:spcBef>
          <a:spcPts val="500"/>
        </a:spcBef>
        <a:buFont typeface="Arial" panose="020B0604020202020204" pitchFamily="34" charset="0"/>
        <a:buChar char="•"/>
        <a:defRPr lang="en-US" sz="1600" kern="1200" smtClean="0">
          <a:solidFill>
            <a:schemeClr val="tx1"/>
          </a:solidFill>
          <a:latin typeface="+mn-lt"/>
          <a:ea typeface="+mn-ea"/>
          <a:cs typeface="+mn-cs"/>
        </a:defRPr>
      </a:lvl2pPr>
      <a:lvl3pPr marL="685800" indent="-228600" algn="l" defTabSz="914400" rtl="0" eaLnBrk="1" latinLnBrk="0" hangingPunct="1">
        <a:lnSpc>
          <a:spcPct val="130000"/>
        </a:lnSpc>
        <a:spcBef>
          <a:spcPts val="500"/>
        </a:spcBef>
        <a:buFont typeface="Arial" panose="020B0604020202020204" pitchFamily="34" charset="0"/>
        <a:buChar char="•"/>
        <a:defRPr lang="en-US" sz="1400" kern="1200" smtClean="0">
          <a:solidFill>
            <a:schemeClr val="tx1"/>
          </a:solidFill>
          <a:latin typeface="+mn-lt"/>
          <a:ea typeface="+mn-ea"/>
          <a:cs typeface="+mn-cs"/>
        </a:defRPr>
      </a:lvl3pPr>
      <a:lvl4pPr marL="914400" indent="-228600" algn="l" defTabSz="914400" rtl="0" eaLnBrk="1" latinLnBrk="0" hangingPunct="1">
        <a:lnSpc>
          <a:spcPct val="130000"/>
        </a:lnSpc>
        <a:spcBef>
          <a:spcPts val="500"/>
        </a:spcBef>
        <a:buFont typeface="Arial" panose="020B0604020202020204" pitchFamily="34" charset="0"/>
        <a:buChar char="•"/>
        <a:defRPr lang="en-US" sz="1200" kern="1200" smtClean="0">
          <a:solidFill>
            <a:schemeClr val="tx1"/>
          </a:solidFill>
          <a:latin typeface="+mn-lt"/>
          <a:ea typeface="+mn-ea"/>
          <a:cs typeface="+mn-cs"/>
        </a:defRPr>
      </a:lvl4pPr>
      <a:lvl5pPr marL="1143000" indent="-228600" algn="l" defTabSz="914400" rtl="0" eaLnBrk="1" latinLnBrk="0" hangingPunct="1">
        <a:lnSpc>
          <a:spcPct val="130000"/>
        </a:lnSpc>
        <a:spcBef>
          <a:spcPts val="500"/>
        </a:spcBef>
        <a:buFont typeface="Arial" panose="020B0604020202020204" pitchFamily="34" charset="0"/>
        <a:buChar char="•"/>
        <a:defRPr lang="en-US"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0.xml"/><Relationship Id="rId1" Type="http://schemas.openxmlformats.org/officeDocument/2006/relationships/vmlDrawing" Target="../drawings/vmlDrawing1.vml"/><Relationship Id="rId5" Type="http://schemas.openxmlformats.org/officeDocument/2006/relationships/image" Target="../media/image27.jpg"/><Relationship Id="rId4" Type="http://schemas.openxmlformats.org/officeDocument/2006/relationships/image" Target="../media/image26.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0.xml"/><Relationship Id="rId1" Type="http://schemas.openxmlformats.org/officeDocument/2006/relationships/vmlDrawing" Target="../drawings/vmlDrawing2.vml"/><Relationship Id="rId4" Type="http://schemas.openxmlformats.org/officeDocument/2006/relationships/image" Target="../media/image2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016/j.pragma.2020.10.009" TargetMode="External"/><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7639-133C-611B-1F88-588BF405F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A078CD-E4CB-9500-6BD7-9B17BB4DF8DB}"/>
              </a:ext>
            </a:extLst>
          </p:cNvPr>
          <p:cNvSpPr>
            <a:spLocks noGrp="1"/>
          </p:cNvSpPr>
          <p:nvPr>
            <p:ph type="ctrTitle"/>
          </p:nvPr>
        </p:nvSpPr>
        <p:spPr>
          <a:xfrm>
            <a:off x="1103901" y="2364353"/>
            <a:ext cx="3988361" cy="1452636"/>
          </a:xfrm>
        </p:spPr>
        <p:txBody>
          <a:bodyPr>
            <a:normAutofit fontScale="90000"/>
          </a:bodyPr>
          <a:lstStyle/>
          <a:p>
            <a:pPr algn="ctr">
              <a:lnSpc>
                <a:spcPct val="150000"/>
              </a:lnSpc>
              <a:spcAft>
                <a:spcPts val="300"/>
              </a:spcAft>
            </a:pPr>
            <a:r>
              <a:rPr lang="en-GB" sz="1800" b="1" dirty="0">
                <a:effectLst/>
                <a:latin typeface="Arial" panose="020B0604020202020204" pitchFamily="34" charset="0"/>
                <a:ea typeface="Calibri" panose="020F0502020204030204" pitchFamily="34" charset="0"/>
              </a:rPr>
              <a:t>THE SPEECH ACT OF CONGRATULATING IN THE MACEDONIAN DIGITAL LANGUAGE</a:t>
            </a:r>
            <a:endParaRPr lang="mk-MK" sz="1800" dirty="0">
              <a:effectLst/>
              <a:latin typeface="Times New Roman" panose="02020603050405020304" pitchFamily="18" charset="0"/>
              <a:ea typeface="Calibri" panose="020F0502020204030204" pitchFamily="34" charset="0"/>
            </a:endParaRPr>
          </a:p>
        </p:txBody>
      </p:sp>
      <p:sp>
        <p:nvSpPr>
          <p:cNvPr id="3" name="Subtitle 2">
            <a:extLst>
              <a:ext uri="{FF2B5EF4-FFF2-40B4-BE49-F238E27FC236}">
                <a16:creationId xmlns:a16="http://schemas.microsoft.com/office/drawing/2014/main" id="{2948CB61-C179-FAF2-AC0C-7A09952C008B}"/>
              </a:ext>
            </a:extLst>
          </p:cNvPr>
          <p:cNvSpPr>
            <a:spLocks noGrp="1"/>
          </p:cNvSpPr>
          <p:nvPr>
            <p:ph type="subTitle" idx="1"/>
          </p:nvPr>
        </p:nvSpPr>
        <p:spPr/>
        <p:txBody>
          <a:bodyPr>
            <a:normAutofit fontScale="70000" lnSpcReduction="20000"/>
          </a:bodyPr>
          <a:lstStyle/>
          <a:p>
            <a:r>
              <a:rPr lang="en-US" dirty="0"/>
              <a:t>Presented by </a:t>
            </a:r>
          </a:p>
          <a:p>
            <a:r>
              <a:rPr lang="en-US" dirty="0"/>
              <a:t>Marija Grkova-</a:t>
            </a:r>
            <a:r>
              <a:rPr lang="en-US" dirty="0" err="1"/>
              <a:t>Beader</a:t>
            </a:r>
            <a:r>
              <a:rPr lang="en-US" dirty="0"/>
              <a:t> and Ana </a:t>
            </a:r>
            <a:r>
              <a:rPr lang="en-US" dirty="0" err="1"/>
              <a:t>Koceva</a:t>
            </a:r>
            <a:endParaRPr lang="en-US" dirty="0"/>
          </a:p>
        </p:txBody>
      </p:sp>
      <p:pic>
        <p:nvPicPr>
          <p:cNvPr id="9" name="Picture Placeholder 8" descr="Birds flying over a wave">
            <a:extLst>
              <a:ext uri="{FF2B5EF4-FFF2-40B4-BE49-F238E27FC236}">
                <a16:creationId xmlns:a16="http://schemas.microsoft.com/office/drawing/2014/main" id="{C7A888F8-D601-53FD-56FC-1B97448CFCDA}"/>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0" y="0"/>
            <a:ext cx="12192000" cy="6858000"/>
          </a:xfrm>
        </p:spPr>
      </p:pic>
    </p:spTree>
    <p:extLst>
      <p:ext uri="{BB962C8B-B14F-4D97-AF65-F5344CB8AC3E}">
        <p14:creationId xmlns:p14="http://schemas.microsoft.com/office/powerpoint/2010/main" val="323053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255C6-1E2E-E4BD-2E9F-B3321C22A292}"/>
              </a:ext>
            </a:extLst>
          </p:cNvPr>
          <p:cNvSpPr>
            <a:spLocks noGrp="1"/>
          </p:cNvSpPr>
          <p:nvPr>
            <p:ph type="title"/>
          </p:nvPr>
        </p:nvSpPr>
        <p:spPr>
          <a:xfrm>
            <a:off x="819302" y="2357324"/>
            <a:ext cx="4396436" cy="2143353"/>
          </a:xfrm>
        </p:spPr>
        <p:txBody>
          <a:bodyPr/>
          <a:lstStyle/>
          <a:p>
            <a:pPr>
              <a:lnSpc>
                <a:spcPct val="150000"/>
              </a:lnSpc>
              <a:spcAft>
                <a:spcPts val="200"/>
              </a:spcAft>
            </a:pPr>
            <a:r>
              <a:rPr lang="en-GB" sz="2800" b="1" dirty="0">
                <a:effectLst/>
                <a:latin typeface="Arial" panose="020B0604020202020204" pitchFamily="34" charset="0"/>
                <a:ea typeface="Calibri" panose="020F0502020204030204" pitchFamily="34" charset="0"/>
              </a:rPr>
              <a:t>Introduction</a:t>
            </a:r>
            <a:r>
              <a:rPr lang="en-GB" sz="1800" b="1" dirty="0">
                <a:effectLst/>
                <a:latin typeface="Arial" panose="020B0604020202020204" pitchFamily="34" charset="0"/>
                <a:ea typeface="Calibri" panose="020F0502020204030204" pitchFamily="34" charset="0"/>
              </a:rPr>
              <a:t> </a:t>
            </a:r>
            <a:endParaRPr lang="mk-MK" sz="1800" dirty="0">
              <a:effectLst/>
              <a:latin typeface="Times New Roman" panose="02020603050405020304" pitchFamily="18" charset="0"/>
              <a:ea typeface="Calibri" panose="020F0502020204030204" pitchFamily="34" charset="0"/>
            </a:endParaRPr>
          </a:p>
        </p:txBody>
      </p:sp>
      <p:sp>
        <p:nvSpPr>
          <p:cNvPr id="3" name="Content Placeholder 2">
            <a:extLst>
              <a:ext uri="{FF2B5EF4-FFF2-40B4-BE49-F238E27FC236}">
                <a16:creationId xmlns:a16="http://schemas.microsoft.com/office/drawing/2014/main" id="{432C04E6-B771-F1FA-85F4-B7984DE55A8E}"/>
              </a:ext>
            </a:extLst>
          </p:cNvPr>
          <p:cNvSpPr>
            <a:spLocks noGrp="1"/>
          </p:cNvSpPr>
          <p:nvPr>
            <p:ph sz="quarter" idx="13"/>
          </p:nvPr>
        </p:nvSpPr>
        <p:spPr>
          <a:xfrm>
            <a:off x="6708648" y="527711"/>
            <a:ext cx="4955032" cy="5640019"/>
          </a:xfrm>
        </p:spPr>
        <p:txBody>
          <a:bodyPr>
            <a:normAutofit/>
          </a:bodyPr>
          <a:lstStyle/>
          <a:p>
            <a:pPr marL="285750" indent="-285750">
              <a:buFont typeface="Wingdings" panose="05000000000000000000" pitchFamily="2" charset="2"/>
              <a:buChar char="Ø"/>
            </a:pPr>
            <a:r>
              <a:rPr lang="en-GB" sz="2000" dirty="0">
                <a:effectLst/>
                <a:latin typeface="Arial" panose="020B0604020202020204" pitchFamily="34" charset="0"/>
                <a:ea typeface="Calibri" panose="020F0502020204030204" pitchFamily="34" charset="0"/>
              </a:rPr>
              <a:t>Speech acts are influential linguistic forms that are part of everyday communication whether it is in spoken or written form. </a:t>
            </a:r>
          </a:p>
          <a:p>
            <a:pPr marL="285750" indent="-285750">
              <a:buFont typeface="Wingdings" panose="05000000000000000000" pitchFamily="2" charset="2"/>
              <a:buChar char="Ø"/>
            </a:pPr>
            <a:r>
              <a:rPr lang="en-GB" sz="2000" dirty="0">
                <a:effectLst/>
                <a:latin typeface="Arial" panose="020B0604020202020204" pitchFamily="34" charset="0"/>
                <a:ea typeface="Calibri" panose="020F0502020204030204" pitchFamily="34" charset="0"/>
              </a:rPr>
              <a:t>They are both derived from the context and simultaneously create the context itself. </a:t>
            </a:r>
          </a:p>
          <a:p>
            <a:pPr marL="285750" indent="-285750">
              <a:buFont typeface="Wingdings" panose="05000000000000000000" pitchFamily="2" charset="2"/>
              <a:buChar char="Ø"/>
            </a:pPr>
            <a:r>
              <a:rPr lang="en-GB" sz="2000" dirty="0">
                <a:effectLst/>
                <a:latin typeface="Arial" panose="020B0604020202020204" pitchFamily="34" charset="0"/>
                <a:ea typeface="Calibri" panose="020F0502020204030204" pitchFamily="34" charset="0"/>
              </a:rPr>
              <a:t>The context represents a collection of statements used to describe our beliefs, knowledge and attentiveness toward the participants in the discourse. </a:t>
            </a:r>
            <a:endParaRPr lang="en-US" sz="2000" dirty="0"/>
          </a:p>
        </p:txBody>
      </p:sp>
    </p:spTree>
    <p:extLst>
      <p:ext uri="{BB962C8B-B14F-4D97-AF65-F5344CB8AC3E}">
        <p14:creationId xmlns:p14="http://schemas.microsoft.com/office/powerpoint/2010/main" val="4216523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33A0-1764-3DC0-A9D7-7733B04AFC75}"/>
              </a:ext>
            </a:extLst>
          </p:cNvPr>
          <p:cNvSpPr>
            <a:spLocks noGrp="1"/>
          </p:cNvSpPr>
          <p:nvPr>
            <p:ph type="ctrTitle"/>
          </p:nvPr>
        </p:nvSpPr>
        <p:spPr/>
        <p:txBody>
          <a:bodyPr>
            <a:normAutofit/>
          </a:bodyPr>
          <a:lstStyle/>
          <a:p>
            <a:pPr algn="ctr"/>
            <a:r>
              <a:rPr lang="en-US" sz="2400" dirty="0">
                <a:effectLst>
                  <a:outerShdw blurRad="38100" dist="38100" dir="2700000" algn="tl">
                    <a:srgbClr val="000000">
                      <a:alpha val="43137"/>
                    </a:srgbClr>
                  </a:outerShdw>
                </a:effectLst>
              </a:rPr>
              <a:t>“</a:t>
            </a:r>
            <a:r>
              <a:rPr lang="en-GB" sz="2400" i="1" dirty="0">
                <a:effectLst>
                  <a:outerShdw blurRad="38100" dist="38100" dir="2700000" algn="tl">
                    <a:srgbClr val="000000">
                      <a:alpha val="43137"/>
                    </a:srgbClr>
                  </a:outerShdw>
                </a:effectLst>
                <a:latin typeface="Arial" panose="020B0604020202020204" pitchFamily="34" charset="0"/>
                <a:ea typeface="Calibri" panose="020F0502020204030204" pitchFamily="34" charset="0"/>
              </a:rPr>
              <a:t>the speech act of congratulating is part of the expressives, which aim to point toward the psychological condition of the speaker</a:t>
            </a:r>
            <a:r>
              <a:rPr lang="en-GB" sz="2400" dirty="0">
                <a:effectLst>
                  <a:outerShdw blurRad="38100" dist="38100" dir="2700000" algn="tl">
                    <a:srgbClr val="000000">
                      <a:alpha val="43137"/>
                    </a:srgbClr>
                  </a:outerShdw>
                </a:effectLst>
                <a:latin typeface="Arial" panose="020B0604020202020204" pitchFamily="34" charset="0"/>
                <a:ea typeface="Calibri" panose="020F0502020204030204" pitchFamily="34" charset="0"/>
              </a:rPr>
              <a:t>.</a:t>
            </a:r>
            <a:r>
              <a:rPr lang="en-US" sz="2400" dirty="0">
                <a:effectLst>
                  <a:outerShdw blurRad="38100" dist="38100" dir="2700000" algn="tl">
                    <a:srgbClr val="000000">
                      <a:alpha val="43137"/>
                    </a:srgbClr>
                  </a:outerShdw>
                </a:effectLst>
              </a:rPr>
              <a:t>”</a:t>
            </a:r>
          </a:p>
        </p:txBody>
      </p:sp>
      <p:sp>
        <p:nvSpPr>
          <p:cNvPr id="3" name="Subtitle 2">
            <a:extLst>
              <a:ext uri="{FF2B5EF4-FFF2-40B4-BE49-F238E27FC236}">
                <a16:creationId xmlns:a16="http://schemas.microsoft.com/office/drawing/2014/main" id="{8DC6822A-D1D9-EA6C-D8F4-6F6AB9565D17}"/>
              </a:ext>
            </a:extLst>
          </p:cNvPr>
          <p:cNvSpPr>
            <a:spLocks noGrp="1"/>
          </p:cNvSpPr>
          <p:nvPr>
            <p:ph type="subTitle" idx="1"/>
          </p:nvPr>
        </p:nvSpPr>
        <p:spPr/>
        <p:txBody>
          <a:bodyPr/>
          <a:lstStyle/>
          <a:p>
            <a:pPr algn="r"/>
            <a:r>
              <a:rPr lang="en-US" dirty="0"/>
              <a:t>– </a:t>
            </a:r>
            <a:r>
              <a:rPr lang="en-US" dirty="0" err="1"/>
              <a:t>Ramadani</a:t>
            </a:r>
            <a:r>
              <a:rPr lang="en-US" dirty="0"/>
              <a:t>, 2024</a:t>
            </a:r>
          </a:p>
        </p:txBody>
      </p:sp>
    </p:spTree>
    <p:extLst>
      <p:ext uri="{BB962C8B-B14F-4D97-AF65-F5344CB8AC3E}">
        <p14:creationId xmlns:p14="http://schemas.microsoft.com/office/powerpoint/2010/main" val="14710353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D6700E7-FC8F-43C3-B111-FA93A8BE3084}"/>
              </a:ext>
            </a:extLst>
          </p:cNvPr>
          <p:cNvGraphicFramePr>
            <a:graphicFrameLocks noGrp="1"/>
          </p:cNvGraphicFramePr>
          <p:nvPr>
            <p:extLst>
              <p:ext uri="{D42A27DB-BD31-4B8C-83A1-F6EECF244321}">
                <p14:modId xmlns:p14="http://schemas.microsoft.com/office/powerpoint/2010/main" val="1413037428"/>
              </p:ext>
            </p:extLst>
          </p:nvPr>
        </p:nvGraphicFramePr>
        <p:xfrm>
          <a:off x="301978" y="45156"/>
          <a:ext cx="11588044" cy="6919475"/>
        </p:xfrm>
        <a:graphic>
          <a:graphicData uri="http://schemas.openxmlformats.org/drawingml/2006/table">
            <a:tbl>
              <a:tblPr firstRow="1" firstCol="1" bandRow="1">
                <a:tableStyleId>{073A0DAA-6AF3-43AB-8588-CEC1D06C72B9}</a:tableStyleId>
              </a:tblPr>
              <a:tblGrid>
                <a:gridCol w="2221042">
                  <a:extLst>
                    <a:ext uri="{9D8B030D-6E8A-4147-A177-3AD203B41FA5}">
                      <a16:colId xmlns:a16="http://schemas.microsoft.com/office/drawing/2014/main" val="157589279"/>
                    </a:ext>
                  </a:extLst>
                </a:gridCol>
                <a:gridCol w="2340988">
                  <a:extLst>
                    <a:ext uri="{9D8B030D-6E8A-4147-A177-3AD203B41FA5}">
                      <a16:colId xmlns:a16="http://schemas.microsoft.com/office/drawing/2014/main" val="4001721937"/>
                    </a:ext>
                  </a:extLst>
                </a:gridCol>
                <a:gridCol w="1988264">
                  <a:extLst>
                    <a:ext uri="{9D8B030D-6E8A-4147-A177-3AD203B41FA5}">
                      <a16:colId xmlns:a16="http://schemas.microsoft.com/office/drawing/2014/main" val="243908622"/>
                    </a:ext>
                  </a:extLst>
                </a:gridCol>
                <a:gridCol w="2542906">
                  <a:extLst>
                    <a:ext uri="{9D8B030D-6E8A-4147-A177-3AD203B41FA5}">
                      <a16:colId xmlns:a16="http://schemas.microsoft.com/office/drawing/2014/main" val="4138975503"/>
                    </a:ext>
                  </a:extLst>
                </a:gridCol>
                <a:gridCol w="2494844">
                  <a:extLst>
                    <a:ext uri="{9D8B030D-6E8A-4147-A177-3AD203B41FA5}">
                      <a16:colId xmlns:a16="http://schemas.microsoft.com/office/drawing/2014/main" val="890864689"/>
                    </a:ext>
                  </a:extLst>
                </a:gridCol>
              </a:tblGrid>
              <a:tr h="316124">
                <a:tc>
                  <a:txBody>
                    <a:bodyPr/>
                    <a:lstStyle/>
                    <a:p>
                      <a:pPr algn="ctr">
                        <a:lnSpc>
                          <a:spcPct val="100000"/>
                        </a:lnSpc>
                        <a:spcAft>
                          <a:spcPts val="1000"/>
                        </a:spcAft>
                      </a:pPr>
                      <a:r>
                        <a:rPr lang="en-GB" sz="1800" dirty="0">
                          <a:effectLst>
                            <a:outerShdw blurRad="38100" dist="38100" dir="2700000" algn="tl">
                              <a:srgbClr val="000000">
                                <a:alpha val="43137"/>
                              </a:srgbClr>
                            </a:outerShdw>
                          </a:effectLst>
                          <a:latin typeface="Arial Black" panose="020B0A04020102020204" pitchFamily="34" charset="0"/>
                        </a:rPr>
                        <a:t>Assertives</a:t>
                      </a:r>
                      <a:endParaRPr lang="mk-MK" sz="1800"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endParaRPr>
                    </a:p>
                  </a:txBody>
                  <a:tcPr marL="25620" marR="25620" marT="0" marB="0"/>
                </a:tc>
                <a:tc>
                  <a:txBody>
                    <a:bodyPr/>
                    <a:lstStyle/>
                    <a:p>
                      <a:pPr algn="ctr">
                        <a:lnSpc>
                          <a:spcPct val="100000"/>
                        </a:lnSpc>
                        <a:spcAft>
                          <a:spcPts val="1000"/>
                        </a:spcAft>
                      </a:pPr>
                      <a:r>
                        <a:rPr lang="en-GB" sz="2000" dirty="0">
                          <a:effectLst>
                            <a:outerShdw blurRad="38100" dist="38100" dir="2700000" algn="tl">
                              <a:srgbClr val="000000">
                                <a:alpha val="43137"/>
                              </a:srgbClr>
                            </a:outerShdw>
                          </a:effectLst>
                          <a:latin typeface="Arial Black" panose="020B0A04020102020204" pitchFamily="34" charset="0"/>
                        </a:rPr>
                        <a:t>Directives</a:t>
                      </a:r>
                      <a:endParaRPr lang="mk-MK" sz="2000"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endParaRPr>
                    </a:p>
                  </a:txBody>
                  <a:tcPr marL="25620" marR="25620" marT="0" marB="0"/>
                </a:tc>
                <a:tc>
                  <a:txBody>
                    <a:bodyPr/>
                    <a:lstStyle/>
                    <a:p>
                      <a:pPr algn="ctr">
                        <a:lnSpc>
                          <a:spcPct val="100000"/>
                        </a:lnSpc>
                        <a:spcAft>
                          <a:spcPts val="1000"/>
                        </a:spcAft>
                      </a:pPr>
                      <a:r>
                        <a:rPr lang="en-GB" sz="2000" dirty="0" err="1">
                          <a:effectLst>
                            <a:outerShdw blurRad="38100" dist="38100" dir="2700000" algn="tl">
                              <a:srgbClr val="000000">
                                <a:alpha val="43137"/>
                              </a:srgbClr>
                            </a:outerShdw>
                          </a:effectLst>
                          <a:latin typeface="Arial Black" panose="020B0A04020102020204" pitchFamily="34" charset="0"/>
                        </a:rPr>
                        <a:t>Commisives</a:t>
                      </a:r>
                      <a:endParaRPr lang="mk-MK" sz="2000"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endParaRPr>
                    </a:p>
                  </a:txBody>
                  <a:tcPr marL="25620" marR="25620" marT="0" marB="0"/>
                </a:tc>
                <a:tc>
                  <a:txBody>
                    <a:bodyPr/>
                    <a:lstStyle/>
                    <a:p>
                      <a:pPr algn="ctr">
                        <a:lnSpc>
                          <a:spcPct val="100000"/>
                        </a:lnSpc>
                        <a:spcAft>
                          <a:spcPts val="1000"/>
                        </a:spcAft>
                      </a:pPr>
                      <a:r>
                        <a:rPr lang="en-GB" sz="2000" dirty="0">
                          <a:effectLst>
                            <a:outerShdw blurRad="38100" dist="38100" dir="2700000" algn="tl">
                              <a:srgbClr val="000000">
                                <a:alpha val="43137"/>
                              </a:srgbClr>
                            </a:outerShdw>
                          </a:effectLst>
                          <a:latin typeface="Arial Black" panose="020B0A04020102020204" pitchFamily="34" charset="0"/>
                        </a:rPr>
                        <a:t>Expressives </a:t>
                      </a:r>
                      <a:endParaRPr lang="mk-MK" sz="2000"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endParaRPr>
                    </a:p>
                  </a:txBody>
                  <a:tcPr marL="25620" marR="25620" marT="0" marB="0"/>
                </a:tc>
                <a:tc>
                  <a:txBody>
                    <a:bodyPr/>
                    <a:lstStyle/>
                    <a:p>
                      <a:pPr algn="ctr">
                        <a:lnSpc>
                          <a:spcPct val="100000"/>
                        </a:lnSpc>
                        <a:spcAft>
                          <a:spcPts val="1000"/>
                        </a:spcAft>
                      </a:pPr>
                      <a:r>
                        <a:rPr lang="en-GB" sz="2000" dirty="0">
                          <a:effectLst>
                            <a:outerShdw blurRad="38100" dist="38100" dir="2700000" algn="tl">
                              <a:srgbClr val="000000">
                                <a:alpha val="43137"/>
                              </a:srgbClr>
                            </a:outerShdw>
                          </a:effectLst>
                          <a:latin typeface="Arial Black" panose="020B0A04020102020204" pitchFamily="34" charset="0"/>
                        </a:rPr>
                        <a:t>Declaratives</a:t>
                      </a:r>
                      <a:endParaRPr lang="mk-MK" sz="2000"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endParaRPr>
                    </a:p>
                  </a:txBody>
                  <a:tcPr marL="25620" marR="25620" marT="0" marB="0"/>
                </a:tc>
                <a:extLst>
                  <a:ext uri="{0D108BD9-81ED-4DB2-BD59-A6C34878D82A}">
                    <a16:rowId xmlns:a16="http://schemas.microsoft.com/office/drawing/2014/main" val="2529580572"/>
                  </a:ext>
                </a:extLst>
              </a:tr>
              <a:tr h="254357">
                <a:tc>
                  <a:txBody>
                    <a:bodyPr/>
                    <a:lstStyle/>
                    <a:p>
                      <a:pPr algn="ctr">
                        <a:lnSpc>
                          <a:spcPct val="100000"/>
                        </a:lnSpc>
                        <a:spcAft>
                          <a:spcPts val="1000"/>
                        </a:spcAft>
                      </a:pPr>
                      <a:r>
                        <a:rPr lang="en-GB" sz="1800" dirty="0">
                          <a:effectLst/>
                        </a:rPr>
                        <a:t>Statement</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Request</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Promise</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Expressing emotion</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Christening</a:t>
                      </a:r>
                      <a:endParaRPr lang="mk-MK" sz="18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783046462"/>
                  </a:ext>
                </a:extLst>
              </a:tr>
              <a:tr h="254357">
                <a:tc>
                  <a:txBody>
                    <a:bodyPr/>
                    <a:lstStyle/>
                    <a:p>
                      <a:pPr algn="ctr">
                        <a:lnSpc>
                          <a:spcPct val="100000"/>
                        </a:lnSpc>
                        <a:spcAft>
                          <a:spcPts val="1000"/>
                        </a:spcAft>
                      </a:pPr>
                      <a:r>
                        <a:rPr lang="en-GB" sz="1800" dirty="0">
                          <a:effectLst/>
                        </a:rPr>
                        <a:t>Notification</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Prohibition</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Guarantee</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Giving a blessing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Wedding</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1209407229"/>
                  </a:ext>
                </a:extLst>
              </a:tr>
              <a:tr h="508713">
                <a:tc>
                  <a:txBody>
                    <a:bodyPr/>
                    <a:lstStyle/>
                    <a:p>
                      <a:pPr algn="ctr">
                        <a:lnSpc>
                          <a:spcPct val="100000"/>
                        </a:lnSpc>
                        <a:spcAft>
                          <a:spcPts val="1000"/>
                        </a:spcAft>
                      </a:pPr>
                      <a:r>
                        <a:rPr lang="en-GB" sz="1800" dirty="0">
                          <a:effectLst/>
                        </a:rPr>
                        <a:t>Informing</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Appeal</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Offer</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Giving and responding to a compliment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Judging</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631764884"/>
                  </a:ext>
                </a:extLst>
              </a:tr>
              <a:tr h="626471">
                <a:tc>
                  <a:txBody>
                    <a:bodyPr/>
                    <a:lstStyle/>
                    <a:p>
                      <a:pPr algn="ctr">
                        <a:lnSpc>
                          <a:spcPct val="100000"/>
                        </a:lnSpc>
                        <a:spcAft>
                          <a:spcPts val="1000"/>
                        </a:spcAft>
                      </a:pPr>
                      <a:r>
                        <a:rPr lang="en-GB" sz="1800" dirty="0">
                          <a:effectLst/>
                        </a:rPr>
                        <a:t>Expressing a view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Permission</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Acceptance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Expressing condolences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Military reviews</a:t>
                      </a:r>
                      <a:endParaRPr lang="mk-MK" sz="1800">
                        <a:effectLst/>
                      </a:endParaRPr>
                    </a:p>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1895984394"/>
                  </a:ext>
                </a:extLst>
              </a:tr>
              <a:tr h="626471">
                <a:tc>
                  <a:txBody>
                    <a:bodyPr/>
                    <a:lstStyle/>
                    <a:p>
                      <a:pPr algn="ctr">
                        <a:lnSpc>
                          <a:spcPct val="100000"/>
                        </a:lnSpc>
                        <a:spcAft>
                          <a:spcPts val="1000"/>
                        </a:spcAft>
                      </a:pPr>
                      <a:r>
                        <a:rPr lang="en-GB" sz="1800">
                          <a:effectLst/>
                        </a:rPr>
                        <a:t>Insisting</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Plea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Taking an oath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Regret and condemnation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Dismissal</a:t>
                      </a:r>
                      <a:endParaRPr lang="mk-MK" sz="1800">
                        <a:effectLst/>
                      </a:endParaRPr>
                    </a:p>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3876425325"/>
                  </a:ext>
                </a:extLst>
              </a:tr>
              <a:tr h="626471">
                <a:tc>
                  <a:txBody>
                    <a:bodyPr/>
                    <a:lstStyle/>
                    <a:p>
                      <a:pPr algn="ctr">
                        <a:lnSpc>
                          <a:spcPct val="100000"/>
                        </a:lnSpc>
                        <a:spcAft>
                          <a:spcPts val="1000"/>
                        </a:spcAft>
                      </a:pPr>
                      <a:r>
                        <a:rPr lang="en-GB" sz="1800" dirty="0">
                          <a:effectLst/>
                        </a:rPr>
                        <a:t>Response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Order</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Threat</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(Dis)agreement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Appointment</a:t>
                      </a:r>
                      <a:endParaRPr lang="mk-MK" sz="1800">
                        <a:effectLst/>
                      </a:endParaRPr>
                    </a:p>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057630379"/>
                  </a:ext>
                </a:extLst>
              </a:tr>
              <a:tr h="254357">
                <a:tc>
                  <a:txBody>
                    <a:bodyPr/>
                    <a:lstStyle/>
                    <a:p>
                      <a:pPr algn="ctr">
                        <a:lnSpc>
                          <a:spcPct val="100000"/>
                        </a:lnSpc>
                        <a:spcAft>
                          <a:spcPts val="1000"/>
                        </a:spcAft>
                      </a:pPr>
                      <a:r>
                        <a:rPr lang="en-GB" sz="1800" dirty="0">
                          <a:effectLst/>
                        </a:rPr>
                        <a:t>Description</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Offer</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Rejection</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Thanking</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Betting </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058806138"/>
                  </a:ext>
                </a:extLst>
              </a:tr>
              <a:tr h="508713">
                <a:tc>
                  <a:txBody>
                    <a:bodyPr/>
                    <a:lstStyle/>
                    <a:p>
                      <a:pPr algn="ctr">
                        <a:lnSpc>
                          <a:spcPct val="100000"/>
                        </a:lnSpc>
                        <a:spcAft>
                          <a:spcPts val="1000"/>
                        </a:spcAft>
                      </a:pPr>
                      <a:r>
                        <a:rPr lang="en-GB" sz="1800" dirty="0">
                          <a:effectLst/>
                        </a:rPr>
                        <a:t>Denial</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Invitation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Apology</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Decisions of commissions/juries </a:t>
                      </a:r>
                      <a:endParaRPr lang="mk-MK" sz="18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1334448443"/>
                  </a:ext>
                </a:extLst>
              </a:tr>
              <a:tr h="508713">
                <a:tc>
                  <a:txBody>
                    <a:bodyPr/>
                    <a:lstStyle/>
                    <a:p>
                      <a:pPr algn="ctr">
                        <a:lnSpc>
                          <a:spcPct val="100000"/>
                        </a:lnSpc>
                        <a:spcAft>
                          <a:spcPts val="1000"/>
                        </a:spcAft>
                      </a:pPr>
                      <a:r>
                        <a:rPr lang="en-GB" sz="1800">
                          <a:effectLst/>
                        </a:rPr>
                        <a:t>Confirmation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Encouragement</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Swearing</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Openings of new facilities</a:t>
                      </a:r>
                      <a:endParaRPr lang="mk-MK" sz="18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3897693567"/>
                  </a:ext>
                </a:extLst>
              </a:tr>
              <a:tr h="508713">
                <a:tc>
                  <a:txBody>
                    <a:bodyPr/>
                    <a:lstStyle/>
                    <a:p>
                      <a:pPr algn="ctr">
                        <a:lnSpc>
                          <a:spcPct val="100000"/>
                        </a:lnSpc>
                        <a:spcAft>
                          <a:spcPts val="1000"/>
                        </a:spcAft>
                      </a:pPr>
                      <a:r>
                        <a:rPr lang="en-GB" sz="1800" dirty="0">
                          <a:effectLst/>
                        </a:rPr>
                        <a:t>Suggestion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Propositon</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pPr>
                      <a:r>
                        <a:rPr lang="en-GB" sz="1800">
                          <a:effectLst/>
                        </a:rPr>
                        <a:t>Greeting</a:t>
                      </a:r>
                      <a:endParaRPr lang="mk-MK" sz="1800">
                        <a:effectLst/>
                      </a:endParaRPr>
                    </a:p>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224115002"/>
                  </a:ext>
                </a:extLst>
              </a:tr>
              <a:tr h="254357">
                <a:tc>
                  <a:txBody>
                    <a:bodyPr/>
                    <a:lstStyle/>
                    <a:p>
                      <a:pPr algn="ctr">
                        <a:lnSpc>
                          <a:spcPct val="100000"/>
                        </a:lnSpc>
                        <a:spcAft>
                          <a:spcPts val="1000"/>
                        </a:spcAft>
                      </a:pPr>
                      <a:r>
                        <a:rPr lang="en-GB" sz="1800" dirty="0">
                          <a:effectLst/>
                        </a:rPr>
                        <a:t>Prediction</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Warning</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pPr>
                      <a:r>
                        <a:rPr lang="en-GB" sz="1800" dirty="0">
                          <a:effectLst/>
                        </a:rPr>
                        <a:t>Praise</a:t>
                      </a:r>
                      <a:endParaRPr lang="mk-MK" sz="1800" dirty="0">
                        <a:effectLst/>
                      </a:endParaRPr>
                    </a:p>
                  </a:txBody>
                  <a:tcPr marL="25620" marR="25620" marT="0" marB="0"/>
                </a:tc>
                <a:tc>
                  <a:txBody>
                    <a:bodyPr/>
                    <a:lstStyle/>
                    <a:p>
                      <a:pPr algn="ctr">
                        <a:lnSpc>
                          <a:spcPct val="100000"/>
                        </a:lnSpc>
                        <a:spcAft>
                          <a:spcPts val="1000"/>
                        </a:spcAft>
                      </a:pPr>
                      <a:r>
                        <a:rPr lang="en-GB" sz="1800" dirty="0">
                          <a:effectLst/>
                        </a:rPr>
                        <a:t> </a:t>
                      </a:r>
                      <a:endParaRPr lang="mk-MK" sz="18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902004765"/>
                  </a:ext>
                </a:extLst>
              </a:tr>
              <a:tr h="508713">
                <a:tc>
                  <a:txBody>
                    <a:bodyPr/>
                    <a:lstStyle/>
                    <a:p>
                      <a:pPr algn="ctr">
                        <a:lnSpc>
                          <a:spcPct val="100000"/>
                        </a:lnSpc>
                        <a:spcAft>
                          <a:spcPts val="1000"/>
                        </a:spcAft>
                      </a:pPr>
                      <a:r>
                        <a:rPr lang="en-GB" sz="1800" dirty="0">
                          <a:effectLst/>
                        </a:rPr>
                        <a:t>Confession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Advise </a:t>
                      </a:r>
                      <a:endParaRPr lang="mk-MK" sz="18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pPr>
                      <a:r>
                        <a:rPr lang="en-GB" sz="1800">
                          <a:effectLst/>
                        </a:rPr>
                        <a:t>Congratulating</a:t>
                      </a:r>
                      <a:endParaRPr lang="mk-MK" sz="1800">
                        <a:effectLst/>
                      </a:endParaRPr>
                    </a:p>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 </a:t>
                      </a:r>
                      <a:endParaRPr lang="mk-MK" sz="18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05639527"/>
                  </a:ext>
                </a:extLst>
              </a:tr>
              <a:tr h="254357">
                <a:tc>
                  <a:txBody>
                    <a:bodyPr/>
                    <a:lstStyle/>
                    <a:p>
                      <a:pPr algn="ctr">
                        <a:lnSpc>
                          <a:spcPct val="100000"/>
                        </a:lnSpc>
                        <a:spcAft>
                          <a:spcPts val="1000"/>
                        </a:spcAft>
                      </a:pPr>
                      <a:r>
                        <a:rPr lang="en-GB" sz="1800">
                          <a:effectLst/>
                        </a:rPr>
                        <a:t>Announcement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Suggestion</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a:effectLst/>
                        </a:rPr>
                        <a:t> </a:t>
                      </a:r>
                      <a:endParaRPr lang="mk-MK" sz="18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800" dirty="0">
                          <a:effectLst/>
                        </a:rPr>
                        <a:t> </a:t>
                      </a:r>
                      <a:endParaRPr lang="mk-MK" sz="18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284960357"/>
                  </a:ext>
                </a:extLst>
              </a:tr>
              <a:tr h="461631">
                <a:tc>
                  <a:txBody>
                    <a:bodyPr/>
                    <a:lstStyle/>
                    <a:p>
                      <a:pPr algn="ctr">
                        <a:lnSpc>
                          <a:spcPct val="100000"/>
                        </a:lnSpc>
                      </a:pPr>
                      <a:r>
                        <a:rPr lang="en-GB" sz="1800" dirty="0">
                          <a:effectLst/>
                        </a:rPr>
                        <a:t>Claim</a:t>
                      </a:r>
                    </a:p>
                  </a:txBody>
                  <a:tcPr marL="25620" marR="25620" marT="0" marB="0"/>
                </a:tc>
                <a:tc>
                  <a:txBody>
                    <a:bodyPr/>
                    <a:lstStyle/>
                    <a:p>
                      <a:pPr algn="ctr">
                        <a:lnSpc>
                          <a:spcPct val="100000"/>
                        </a:lnSpc>
                        <a:spcAft>
                          <a:spcPts val="1000"/>
                        </a:spcAft>
                      </a:pPr>
                      <a:endParaRPr lang="mk-MK" sz="16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endParaRPr lang="mk-MK" sz="1600" dirty="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600">
                          <a:effectLst/>
                        </a:rPr>
                        <a:t> </a:t>
                      </a:r>
                      <a:endParaRPr lang="mk-MK" sz="1600">
                        <a:effectLst/>
                        <a:latin typeface="Times New Roman" panose="02020603050405020304" pitchFamily="18" charset="0"/>
                        <a:ea typeface="Calibri" panose="020F0502020204030204" pitchFamily="34" charset="0"/>
                      </a:endParaRPr>
                    </a:p>
                  </a:txBody>
                  <a:tcPr marL="25620" marR="25620" marT="0" marB="0"/>
                </a:tc>
                <a:tc>
                  <a:txBody>
                    <a:bodyPr/>
                    <a:lstStyle/>
                    <a:p>
                      <a:pPr algn="ctr">
                        <a:lnSpc>
                          <a:spcPct val="100000"/>
                        </a:lnSpc>
                        <a:spcAft>
                          <a:spcPts val="1000"/>
                        </a:spcAft>
                      </a:pPr>
                      <a:r>
                        <a:rPr lang="en-GB" sz="1600" dirty="0">
                          <a:effectLst/>
                        </a:rPr>
                        <a:t> </a:t>
                      </a:r>
                      <a:endParaRPr lang="mk-MK" sz="1600" dirty="0">
                        <a:effectLst/>
                        <a:latin typeface="Times New Roman" panose="02020603050405020304" pitchFamily="18" charset="0"/>
                        <a:ea typeface="Calibri" panose="020F0502020204030204" pitchFamily="34" charset="0"/>
                      </a:endParaRPr>
                    </a:p>
                  </a:txBody>
                  <a:tcPr marL="25620" marR="25620" marT="0" marB="0"/>
                </a:tc>
                <a:extLst>
                  <a:ext uri="{0D108BD9-81ED-4DB2-BD59-A6C34878D82A}">
                    <a16:rowId xmlns:a16="http://schemas.microsoft.com/office/drawing/2014/main" val="2846203765"/>
                  </a:ext>
                </a:extLst>
              </a:tr>
            </a:tbl>
          </a:graphicData>
        </a:graphic>
      </p:graphicFrame>
    </p:spTree>
    <p:extLst>
      <p:ext uri="{BB962C8B-B14F-4D97-AF65-F5344CB8AC3E}">
        <p14:creationId xmlns:p14="http://schemas.microsoft.com/office/powerpoint/2010/main" val="4198690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750E1-014E-2F32-5FE0-025C27322ADF}"/>
              </a:ext>
            </a:extLst>
          </p:cNvPr>
          <p:cNvSpPr>
            <a:spLocks noGrp="1"/>
          </p:cNvSpPr>
          <p:nvPr>
            <p:ph type="title"/>
          </p:nvPr>
        </p:nvSpPr>
        <p:spPr>
          <a:xfrm>
            <a:off x="477520" y="640080"/>
            <a:ext cx="3538728" cy="2286000"/>
          </a:xfrm>
        </p:spPr>
        <p:txBody>
          <a:bodyPr/>
          <a:lstStyle/>
          <a:p>
            <a:r>
              <a:rPr lang="en-US" dirty="0"/>
              <a:t>According to literature</a:t>
            </a:r>
          </a:p>
        </p:txBody>
      </p:sp>
      <p:sp>
        <p:nvSpPr>
          <p:cNvPr id="3" name="Content Placeholder 2">
            <a:extLst>
              <a:ext uri="{FF2B5EF4-FFF2-40B4-BE49-F238E27FC236}">
                <a16:creationId xmlns:a16="http://schemas.microsoft.com/office/drawing/2014/main" id="{A36B70B6-B9DD-8293-E045-C9E0BE21FEB2}"/>
              </a:ext>
            </a:extLst>
          </p:cNvPr>
          <p:cNvSpPr>
            <a:spLocks noGrp="1"/>
          </p:cNvSpPr>
          <p:nvPr>
            <p:ph sz="quarter" idx="13"/>
          </p:nvPr>
        </p:nvSpPr>
        <p:spPr>
          <a:xfrm>
            <a:off x="4876802" y="1361440"/>
            <a:ext cx="6455664" cy="5139944"/>
          </a:xfrm>
        </p:spPr>
        <p:txBody>
          <a:bodyPr>
            <a:normAutofit/>
          </a:bodyPr>
          <a:lstStyle/>
          <a:p>
            <a:pPr indent="457200" algn="just">
              <a:lnSpc>
                <a:spcPct val="150000"/>
              </a:lnSpc>
              <a:spcAft>
                <a:spcPts val="200"/>
              </a:spcAft>
            </a:pPr>
            <a:r>
              <a:rPr lang="en-GB" sz="2000" dirty="0">
                <a:effectLst/>
                <a:latin typeface="Arial" panose="020B0604020202020204" pitchFamily="34" charset="0"/>
                <a:ea typeface="Calibri" panose="020F0502020204030204" pitchFamily="34" charset="0"/>
              </a:rPr>
              <a:t>Brown &amp; Levinson (1987) also explain that congratulations are most frequently used to strengthen the positive face of the speaker in order to express solidarity and approval, which in a way means a recognition of the success of the speaker. </a:t>
            </a:r>
          </a:p>
          <a:p>
            <a:pPr indent="457200" algn="just">
              <a:lnSpc>
                <a:spcPct val="150000"/>
              </a:lnSpc>
              <a:spcAft>
                <a:spcPts val="200"/>
              </a:spcAft>
            </a:pPr>
            <a:r>
              <a:rPr lang="en-GB" sz="2000" dirty="0">
                <a:effectLst/>
                <a:latin typeface="Arial" panose="020B0604020202020204" pitchFamily="34" charset="0"/>
                <a:ea typeface="Calibri" panose="020F0502020204030204" pitchFamily="34" charset="0"/>
              </a:rPr>
              <a:t>However, it has to be taken into consideration that in certain situations, congratulations are expressed with a different intention, or are used in a sarcastic manner.</a:t>
            </a:r>
            <a:endParaRPr lang="mk-MK" sz="2000" dirty="0">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1879275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D2400-94AD-31F6-37F1-0D9392194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BB50A7-8097-B5C9-4E58-9ED8D14ADA20}"/>
              </a:ext>
            </a:extLst>
          </p:cNvPr>
          <p:cNvSpPr>
            <a:spLocks noGrp="1"/>
          </p:cNvSpPr>
          <p:nvPr>
            <p:ph type="title"/>
          </p:nvPr>
        </p:nvSpPr>
        <p:spPr>
          <a:xfrm>
            <a:off x="544513" y="402336"/>
            <a:ext cx="10634472" cy="1088136"/>
          </a:xfrm>
        </p:spPr>
        <p:txBody>
          <a:bodyPr>
            <a:normAutofit/>
          </a:bodyPr>
          <a:lstStyle/>
          <a:p>
            <a:pPr algn="just">
              <a:lnSpc>
                <a:spcPct val="150000"/>
              </a:lnSpc>
              <a:spcAft>
                <a:spcPts val="200"/>
              </a:spcAft>
            </a:pPr>
            <a:r>
              <a:rPr lang="en-GB" sz="1800" dirty="0">
                <a:effectLst>
                  <a:outerShdw blurRad="38100" dist="38100" dir="2700000" algn="tl">
                    <a:srgbClr val="000000">
                      <a:alpha val="43137"/>
                    </a:srgbClr>
                  </a:outerShdw>
                </a:effectLst>
                <a:latin typeface="Arial" panose="020B0604020202020204" pitchFamily="34" charset="0"/>
                <a:ea typeface="Calibri" panose="020F0502020204030204" pitchFamily="34" charset="0"/>
              </a:rPr>
              <a:t>Methodological framework </a:t>
            </a:r>
            <a:endParaRPr lang="mk-MK" sz="1800" dirty="0">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endParaRPr>
          </a:p>
        </p:txBody>
      </p:sp>
      <p:sp>
        <p:nvSpPr>
          <p:cNvPr id="4" name="Title 1">
            <a:extLst>
              <a:ext uri="{FF2B5EF4-FFF2-40B4-BE49-F238E27FC236}">
                <a16:creationId xmlns:a16="http://schemas.microsoft.com/office/drawing/2014/main" id="{D1AEE661-8105-44C9-A276-FA9886551742}"/>
              </a:ext>
            </a:extLst>
          </p:cNvPr>
          <p:cNvSpPr txBox="1">
            <a:spLocks/>
          </p:cNvSpPr>
          <p:nvPr/>
        </p:nvSpPr>
        <p:spPr>
          <a:xfrm>
            <a:off x="563752" y="1490472"/>
            <a:ext cx="10634472" cy="1088136"/>
          </a:xfrm>
          <a:prstGeom prst="rect">
            <a:avLst/>
          </a:prstGeom>
        </p:spPr>
        <p:txBody>
          <a:bodyPr vert="horz" lIns="91440" tIns="45720" rIns="91440" bIns="45720" rtlCol="0" anchor="ctr">
            <a:noAutofit/>
          </a:bodyPr>
          <a:lstStyle>
            <a:lvl1pPr algn="l" defTabSz="914400" rtl="0" eaLnBrk="1" latinLnBrk="0" hangingPunct="1">
              <a:lnSpc>
                <a:spcPct val="120000"/>
              </a:lnSpc>
              <a:spcBef>
                <a:spcPct val="0"/>
              </a:spcBef>
              <a:buNone/>
              <a:defRPr lang="en-US" sz="2800" b="1" kern="1200" cap="all" spc="500" baseline="0">
                <a:solidFill>
                  <a:schemeClr val="tx1"/>
                </a:solidFill>
                <a:latin typeface="+mj-lt"/>
                <a:ea typeface="+mj-ea"/>
                <a:cs typeface="+mj-cs"/>
              </a:defRPr>
            </a:lvl1pPr>
          </a:lstStyle>
          <a:p>
            <a:pPr algn="ctr">
              <a:lnSpc>
                <a:spcPct val="150000"/>
              </a:lnSpc>
              <a:spcAft>
                <a:spcPts val="200"/>
              </a:spcAft>
            </a:pPr>
            <a:r>
              <a:rPr lang="en-GB" sz="1600" dirty="0">
                <a:effectLst/>
                <a:latin typeface="Arial" panose="020B0604020202020204" pitchFamily="34" charset="0"/>
                <a:ea typeface="Calibri" panose="020F0502020204030204" pitchFamily="34" charset="0"/>
              </a:rPr>
              <a:t>The subject of analysis in this research paper is the speech act of congratulating in written digital communication on the social network “Facebook”. </a:t>
            </a:r>
            <a:endParaRPr lang="mk-MK" sz="1600" dirty="0">
              <a:latin typeface="Times New Roman" panose="02020603050405020304" pitchFamily="18" charset="0"/>
              <a:ea typeface="Calibri" panose="020F0502020204030204" pitchFamily="34" charset="0"/>
            </a:endParaRPr>
          </a:p>
        </p:txBody>
      </p:sp>
      <p:sp>
        <p:nvSpPr>
          <p:cNvPr id="10" name="Content Placeholder 9">
            <a:extLst>
              <a:ext uri="{FF2B5EF4-FFF2-40B4-BE49-F238E27FC236}">
                <a16:creationId xmlns:a16="http://schemas.microsoft.com/office/drawing/2014/main" id="{0D845602-FB01-4FEE-8A45-BBB99AC17A16}"/>
              </a:ext>
            </a:extLst>
          </p:cNvPr>
          <p:cNvSpPr>
            <a:spLocks noGrp="1"/>
          </p:cNvSpPr>
          <p:nvPr>
            <p:ph idx="1"/>
          </p:nvPr>
        </p:nvSpPr>
        <p:spPr>
          <a:xfrm>
            <a:off x="539941" y="2733040"/>
            <a:ext cx="3473259" cy="2540000"/>
          </a:xfrm>
        </p:spPr>
        <p:txBody>
          <a:bodyPr>
            <a:normAutofit/>
          </a:bodyPr>
          <a:lstStyle/>
          <a:p>
            <a:pPr marL="0" indent="0">
              <a:buNone/>
            </a:pPr>
            <a:endParaRPr lang="en-GB" sz="1600" dirty="0">
              <a:effectLst/>
              <a:latin typeface="Arial Black" panose="020B0A04020102020204" pitchFamily="34" charset="0"/>
              <a:ea typeface="Calibri" panose="020F0502020204030204" pitchFamily="34" charset="0"/>
            </a:endParaRPr>
          </a:p>
          <a:p>
            <a:pPr marL="0" indent="0">
              <a:buNone/>
            </a:pPr>
            <a:endParaRPr lang="en-GB" sz="1600" dirty="0">
              <a:latin typeface="Arial Black" panose="020B0A04020102020204" pitchFamily="34" charset="0"/>
              <a:ea typeface="Calibri" panose="020F0502020204030204" pitchFamily="34" charset="0"/>
            </a:endParaRPr>
          </a:p>
          <a:p>
            <a:pPr marL="0" indent="0">
              <a:buNone/>
            </a:pPr>
            <a:endParaRPr lang="en-GB" sz="1600" dirty="0">
              <a:effectLst/>
              <a:latin typeface="Arial Black" panose="020B0A04020102020204" pitchFamily="34" charset="0"/>
              <a:ea typeface="Calibri" panose="020F0502020204030204" pitchFamily="34" charset="0"/>
            </a:endParaRPr>
          </a:p>
          <a:p>
            <a:pPr marL="0" indent="0">
              <a:buNone/>
            </a:pPr>
            <a:r>
              <a:rPr lang="en-GB" sz="1600" dirty="0">
                <a:effectLst/>
                <a:latin typeface="Arial Black" panose="020B0A04020102020204" pitchFamily="34" charset="0"/>
                <a:ea typeface="Calibri" panose="020F0502020204030204" pitchFamily="34" charset="0"/>
              </a:rPr>
              <a:t>Classification by Elwood</a:t>
            </a:r>
          </a:p>
          <a:p>
            <a:pPr marL="0" indent="0">
              <a:buNone/>
            </a:pPr>
            <a:r>
              <a:rPr lang="en-GB" sz="1600" dirty="0">
                <a:effectLst/>
                <a:latin typeface="Arial Black" panose="020B0A04020102020204" pitchFamily="34" charset="0"/>
                <a:ea typeface="Calibri" panose="020F0502020204030204" pitchFamily="34" charset="0"/>
              </a:rPr>
              <a:t> (as cited in Aziz, 2004, p.3)</a:t>
            </a:r>
            <a:endParaRPr lang="mk-MK" sz="1600" dirty="0">
              <a:effectLst/>
              <a:latin typeface="Arial Black" panose="020B0A04020102020204" pitchFamily="34" charset="0"/>
              <a:ea typeface="Calibri" panose="020F0502020204030204" pitchFamily="34" charset="0"/>
            </a:endParaRPr>
          </a:p>
          <a:p>
            <a:pPr marL="0" indent="0">
              <a:buNone/>
            </a:pPr>
            <a:endParaRPr lang="mk-MK" sz="1600" dirty="0">
              <a:latin typeface="Arial Black" panose="020B0A04020102020204" pitchFamily="34" charset="0"/>
            </a:endParaRPr>
          </a:p>
        </p:txBody>
      </p:sp>
      <p:graphicFrame>
        <p:nvGraphicFramePr>
          <p:cNvPr id="11" name="Table 10">
            <a:extLst>
              <a:ext uri="{FF2B5EF4-FFF2-40B4-BE49-F238E27FC236}">
                <a16:creationId xmlns:a16="http://schemas.microsoft.com/office/drawing/2014/main" id="{1DEC81CE-C903-4747-959F-2B49E3DA47C3}"/>
              </a:ext>
            </a:extLst>
          </p:cNvPr>
          <p:cNvGraphicFramePr>
            <a:graphicFrameLocks noGrp="1"/>
          </p:cNvGraphicFramePr>
          <p:nvPr>
            <p:extLst>
              <p:ext uri="{D42A27DB-BD31-4B8C-83A1-F6EECF244321}">
                <p14:modId xmlns:p14="http://schemas.microsoft.com/office/powerpoint/2010/main" val="666847440"/>
              </p:ext>
            </p:extLst>
          </p:nvPr>
        </p:nvGraphicFramePr>
        <p:xfrm>
          <a:off x="5004898" y="2869881"/>
          <a:ext cx="6174087" cy="3585783"/>
        </p:xfrm>
        <a:graphic>
          <a:graphicData uri="http://schemas.openxmlformats.org/drawingml/2006/table">
            <a:tbl>
              <a:tblPr firstRow="1" firstCol="1" bandRow="1">
                <a:tableStyleId>{073A0DAA-6AF3-43AB-8588-CEC1D06C72B9}</a:tableStyleId>
              </a:tblPr>
              <a:tblGrid>
                <a:gridCol w="614803">
                  <a:extLst>
                    <a:ext uri="{9D8B030D-6E8A-4147-A177-3AD203B41FA5}">
                      <a16:colId xmlns:a16="http://schemas.microsoft.com/office/drawing/2014/main" val="3314602925"/>
                    </a:ext>
                  </a:extLst>
                </a:gridCol>
                <a:gridCol w="5559284">
                  <a:extLst>
                    <a:ext uri="{9D8B030D-6E8A-4147-A177-3AD203B41FA5}">
                      <a16:colId xmlns:a16="http://schemas.microsoft.com/office/drawing/2014/main" val="1674125239"/>
                    </a:ext>
                  </a:extLst>
                </a:gridCol>
              </a:tblGrid>
              <a:tr h="321976">
                <a:tc>
                  <a:txBody>
                    <a:bodyPr/>
                    <a:lstStyle/>
                    <a:p>
                      <a:pPr algn="just">
                        <a:lnSpc>
                          <a:spcPct val="150000"/>
                        </a:lnSpc>
                        <a:spcAft>
                          <a:spcPts val="200"/>
                        </a:spcAft>
                      </a:pPr>
                      <a:r>
                        <a:rPr lang="en-GB" sz="1600" dirty="0">
                          <a:effectLst/>
                        </a:rPr>
                        <a:t>No.</a:t>
                      </a:r>
                      <a:endParaRPr lang="mk-MK" sz="1600" dirty="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a:effectLst/>
                        </a:rPr>
                        <a:t>Type of strategy</a:t>
                      </a:r>
                      <a:endParaRPr lang="mk-MK" sz="16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100505498"/>
                  </a:ext>
                </a:extLst>
              </a:tr>
              <a:tr h="321976">
                <a:tc>
                  <a:txBody>
                    <a:bodyPr/>
                    <a:lstStyle/>
                    <a:p>
                      <a:pPr algn="just">
                        <a:lnSpc>
                          <a:spcPct val="150000"/>
                        </a:lnSpc>
                        <a:spcAft>
                          <a:spcPts val="1000"/>
                        </a:spcAft>
                      </a:pPr>
                      <a:r>
                        <a:rPr lang="en-GB" sz="1600">
                          <a:effectLst/>
                        </a:rPr>
                        <a:t>1</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Illocutionary force indicating device (IFID)</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357786111"/>
                  </a:ext>
                </a:extLst>
              </a:tr>
              <a:tr h="321976">
                <a:tc>
                  <a:txBody>
                    <a:bodyPr/>
                    <a:lstStyle/>
                    <a:p>
                      <a:pPr algn="just">
                        <a:lnSpc>
                          <a:spcPct val="150000"/>
                        </a:lnSpc>
                        <a:spcAft>
                          <a:spcPts val="1000"/>
                        </a:spcAft>
                      </a:pPr>
                      <a:r>
                        <a:rPr lang="en-GB" sz="1600">
                          <a:effectLst/>
                        </a:rPr>
                        <a:t>2</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Expression of happiness</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4081762089"/>
                  </a:ext>
                </a:extLst>
              </a:tr>
              <a:tr h="321976">
                <a:tc>
                  <a:txBody>
                    <a:bodyPr/>
                    <a:lstStyle/>
                    <a:p>
                      <a:pPr algn="just">
                        <a:lnSpc>
                          <a:spcPct val="150000"/>
                        </a:lnSpc>
                        <a:spcAft>
                          <a:spcPts val="1000"/>
                        </a:spcAft>
                      </a:pPr>
                      <a:r>
                        <a:rPr lang="en-GB" sz="1600">
                          <a:effectLst/>
                        </a:rPr>
                        <a:t>3</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An offer of good wishes</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927153713"/>
                  </a:ext>
                </a:extLst>
              </a:tr>
              <a:tr h="321976">
                <a:tc>
                  <a:txBody>
                    <a:bodyPr/>
                    <a:lstStyle/>
                    <a:p>
                      <a:pPr algn="just">
                        <a:lnSpc>
                          <a:spcPct val="150000"/>
                        </a:lnSpc>
                        <a:spcAft>
                          <a:spcPts val="1000"/>
                        </a:spcAft>
                      </a:pPr>
                      <a:r>
                        <a:rPr lang="en-GB" sz="1600">
                          <a:effectLst/>
                        </a:rPr>
                        <a:t>4</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Request for information</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849673129"/>
                  </a:ext>
                </a:extLst>
              </a:tr>
              <a:tr h="321976">
                <a:tc>
                  <a:txBody>
                    <a:bodyPr/>
                    <a:lstStyle/>
                    <a:p>
                      <a:pPr algn="just">
                        <a:lnSpc>
                          <a:spcPct val="150000"/>
                        </a:lnSpc>
                        <a:spcAft>
                          <a:spcPts val="1000"/>
                        </a:spcAft>
                      </a:pPr>
                      <a:r>
                        <a:rPr lang="en-GB" sz="1600">
                          <a:effectLst/>
                        </a:rPr>
                        <a:t>5</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Asking for sweets</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298495777"/>
                  </a:ext>
                </a:extLst>
              </a:tr>
              <a:tr h="689173">
                <a:tc>
                  <a:txBody>
                    <a:bodyPr/>
                    <a:lstStyle/>
                    <a:p>
                      <a:pPr algn="just">
                        <a:lnSpc>
                          <a:spcPct val="150000"/>
                        </a:lnSpc>
                        <a:spcAft>
                          <a:spcPts val="1000"/>
                        </a:spcAft>
                      </a:pPr>
                      <a:r>
                        <a:rPr lang="en-GB" sz="1600">
                          <a:effectLst/>
                        </a:rPr>
                        <a:t>6</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Self-related comments: an expression of envy and longing</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1764208727"/>
                  </a:ext>
                </a:extLst>
              </a:tr>
              <a:tr h="321976">
                <a:tc>
                  <a:txBody>
                    <a:bodyPr/>
                    <a:lstStyle/>
                    <a:p>
                      <a:pPr algn="just">
                        <a:lnSpc>
                          <a:spcPct val="150000"/>
                        </a:lnSpc>
                        <a:spcAft>
                          <a:spcPts val="1000"/>
                        </a:spcAft>
                      </a:pPr>
                      <a:r>
                        <a:rPr lang="en-GB" sz="1600">
                          <a:effectLst/>
                        </a:rPr>
                        <a:t>7</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a:effectLst/>
                        </a:rPr>
                        <a:t>Joking</a:t>
                      </a:r>
                      <a:endParaRPr lang="mk-MK" sz="160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3135970894"/>
                  </a:ext>
                </a:extLst>
              </a:tr>
              <a:tr h="321976">
                <a:tc>
                  <a:txBody>
                    <a:bodyPr/>
                    <a:lstStyle/>
                    <a:p>
                      <a:pPr algn="just">
                        <a:lnSpc>
                          <a:spcPct val="150000"/>
                        </a:lnSpc>
                        <a:spcAft>
                          <a:spcPts val="1000"/>
                        </a:spcAft>
                      </a:pPr>
                      <a:r>
                        <a:rPr lang="en-GB" sz="1600">
                          <a:effectLst/>
                        </a:rPr>
                        <a:t>8</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Thanking God</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2120878660"/>
                  </a:ext>
                </a:extLst>
              </a:tr>
              <a:tr h="0">
                <a:tc>
                  <a:txBody>
                    <a:bodyPr/>
                    <a:lstStyle/>
                    <a:p>
                      <a:pPr algn="just">
                        <a:lnSpc>
                          <a:spcPct val="150000"/>
                        </a:lnSpc>
                        <a:spcAft>
                          <a:spcPts val="1000"/>
                        </a:spcAft>
                      </a:pPr>
                      <a:r>
                        <a:rPr lang="en-GB" sz="1600">
                          <a:effectLst/>
                        </a:rPr>
                        <a:t>9</a:t>
                      </a:r>
                      <a:endParaRPr lang="mk-MK" sz="1600">
                        <a:effectLst/>
                        <a:latin typeface="Times New Roman" panose="02020603050405020304" pitchFamily="18" charset="0"/>
                        <a:ea typeface="Calibri" panose="020F0502020204030204" pitchFamily="34" charset="0"/>
                      </a:endParaRPr>
                    </a:p>
                  </a:txBody>
                  <a:tcPr marL="68580" marR="68580" marT="0" marB="0"/>
                </a:tc>
                <a:tc>
                  <a:txBody>
                    <a:bodyPr/>
                    <a:lstStyle/>
                    <a:p>
                      <a:pPr algn="just">
                        <a:lnSpc>
                          <a:spcPct val="150000"/>
                        </a:lnSpc>
                        <a:spcAft>
                          <a:spcPts val="1000"/>
                        </a:spcAft>
                      </a:pPr>
                      <a:r>
                        <a:rPr lang="en-GB" sz="1600" dirty="0">
                          <a:effectLst/>
                        </a:rPr>
                        <a:t>Encouraging</a:t>
                      </a:r>
                      <a:endParaRPr lang="mk-MK" sz="1600" dirty="0">
                        <a:effectLst/>
                        <a:latin typeface="Times New Roman" panose="02020603050405020304" pitchFamily="18" charset="0"/>
                        <a:ea typeface="Calibri" panose="020F0502020204030204" pitchFamily="34" charset="0"/>
                      </a:endParaRPr>
                    </a:p>
                  </a:txBody>
                  <a:tcPr marL="68580" marR="68580" marT="0" marB="0"/>
                </a:tc>
                <a:extLst>
                  <a:ext uri="{0D108BD9-81ED-4DB2-BD59-A6C34878D82A}">
                    <a16:rowId xmlns:a16="http://schemas.microsoft.com/office/drawing/2014/main" val="670973999"/>
                  </a:ext>
                </a:extLst>
              </a:tr>
            </a:tbl>
          </a:graphicData>
        </a:graphic>
      </p:graphicFrame>
    </p:spTree>
    <p:extLst>
      <p:ext uri="{BB962C8B-B14F-4D97-AF65-F5344CB8AC3E}">
        <p14:creationId xmlns:p14="http://schemas.microsoft.com/office/powerpoint/2010/main" val="1384372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79F20-7FE0-9464-CC8C-AAB74EE175D5}"/>
              </a:ext>
            </a:extLst>
          </p:cNvPr>
          <p:cNvSpPr>
            <a:spLocks noGrp="1"/>
          </p:cNvSpPr>
          <p:nvPr>
            <p:ph type="title"/>
          </p:nvPr>
        </p:nvSpPr>
        <p:spPr/>
        <p:txBody>
          <a:bodyPr/>
          <a:lstStyle/>
          <a:p>
            <a:pPr>
              <a:lnSpc>
                <a:spcPct val="150000"/>
              </a:lnSpc>
              <a:spcAft>
                <a:spcPts val="200"/>
              </a:spcAft>
            </a:pPr>
            <a:r>
              <a:rPr lang="en-GB" sz="2200" b="1" dirty="0">
                <a:effectLst/>
                <a:latin typeface="Arial" panose="020B0604020202020204" pitchFamily="34" charset="0"/>
                <a:ea typeface="Calibri" panose="020F0502020204030204" pitchFamily="34" charset="0"/>
              </a:rPr>
              <a:t>Results </a:t>
            </a:r>
            <a:endParaRPr lang="mk-MK" sz="2200" dirty="0">
              <a:effectLst/>
              <a:latin typeface="Times New Roman" panose="02020603050405020304" pitchFamily="18" charset="0"/>
              <a:ea typeface="Calibri" panose="020F0502020204030204" pitchFamily="34" charset="0"/>
            </a:endParaRPr>
          </a:p>
        </p:txBody>
      </p:sp>
      <p:sp>
        <p:nvSpPr>
          <p:cNvPr id="4" name="Content Placeholder 3">
            <a:extLst>
              <a:ext uri="{FF2B5EF4-FFF2-40B4-BE49-F238E27FC236}">
                <a16:creationId xmlns:a16="http://schemas.microsoft.com/office/drawing/2014/main" id="{A8072345-EDED-4266-CFF8-650FF0BB1E47}"/>
              </a:ext>
            </a:extLst>
          </p:cNvPr>
          <p:cNvSpPr>
            <a:spLocks noGrp="1"/>
          </p:cNvSpPr>
          <p:nvPr>
            <p:ph sz="quarter" idx="14"/>
          </p:nvPr>
        </p:nvSpPr>
        <p:spPr>
          <a:xfrm>
            <a:off x="4318002" y="638048"/>
            <a:ext cx="7609840" cy="5581904"/>
          </a:xfrm>
        </p:spPr>
        <p:txBody>
          <a:bodyPr>
            <a:noAutofit/>
          </a:bodyPr>
          <a:lstStyle/>
          <a:p>
            <a:pPr algn="just">
              <a:lnSpc>
                <a:spcPct val="150000"/>
              </a:lnSpc>
              <a:spcAft>
                <a:spcPts val="300"/>
              </a:spcAft>
            </a:pPr>
            <a:r>
              <a:rPr lang="en-GB" dirty="0">
                <a:effectLst/>
                <a:latin typeface="Arial" panose="020B0604020202020204" pitchFamily="34" charset="0"/>
                <a:ea typeface="Calibri" panose="020F0502020204030204" pitchFamily="34" charset="0"/>
              </a:rPr>
              <a:t>Results show that congratulating is often expressed through a combination of a </a:t>
            </a:r>
            <a:r>
              <a:rPr lang="en-GB" b="1" dirty="0">
                <a:effectLst/>
                <a:latin typeface="Arial" panose="020B0604020202020204" pitchFamily="34" charset="0"/>
                <a:ea typeface="Calibri" panose="020F0502020204030204" pitchFamily="34" charset="0"/>
              </a:rPr>
              <a:t>direct congratulation followed by compliments, blessings or comments that show support</a:t>
            </a:r>
            <a:r>
              <a:rPr lang="en-GB" dirty="0">
                <a:effectLst/>
                <a:latin typeface="Arial" panose="020B0604020202020204" pitchFamily="34" charset="0"/>
                <a:ea typeface="Calibri" panose="020F0502020204030204" pitchFamily="34" charset="0"/>
              </a:rPr>
              <a:t>. Also, congratulations appear in a combination with emoticons, likes and other visual elements that strengthen and intensify the act itself.</a:t>
            </a:r>
            <a:endParaRPr lang="mk-MK" dirty="0">
              <a:effectLst/>
              <a:latin typeface="Arial" panose="020B0604020202020204" pitchFamily="34" charset="0"/>
              <a:ea typeface="Calibri" panose="020F0502020204030204" pitchFamily="34" charset="0"/>
            </a:endParaRPr>
          </a:p>
          <a:p>
            <a:pPr algn="just">
              <a:lnSpc>
                <a:spcPct val="150000"/>
              </a:lnSpc>
              <a:spcAft>
                <a:spcPts val="300"/>
              </a:spcAft>
            </a:pPr>
            <a:r>
              <a:rPr lang="en-GB" dirty="0">
                <a:effectLst/>
                <a:latin typeface="Arial" panose="020B0604020202020204" pitchFamily="34" charset="0"/>
                <a:ea typeface="Calibri" panose="020F0502020204030204" pitchFamily="34" charset="0"/>
              </a:rPr>
              <a:t>Graph 1 represents the results from the analysis of a public post about an announcement about a gained award by a Macedonian singer, which was shared on his personal profile. The post features a photo of the received statuette and the recognition titled “Pop performer of the year”. The post has 105 comments. As presented in graph 1 (next slide), it is visible that the most frequent strategies are the following: </a:t>
            </a:r>
            <a:r>
              <a:rPr lang="en-GB" b="1" dirty="0">
                <a:effectLst/>
                <a:latin typeface="Arial" panose="020B0604020202020204" pitchFamily="34" charset="0"/>
                <a:ea typeface="Calibri" panose="020F0502020204030204" pitchFamily="34" charset="0"/>
              </a:rPr>
              <a:t>IFIDs, compliments, personal comments, encouragements</a:t>
            </a:r>
            <a:r>
              <a:rPr lang="en-GB" dirty="0">
                <a:effectLst/>
                <a:latin typeface="Arial" panose="020B0604020202020204" pitchFamily="34" charset="0"/>
                <a:ea typeface="Calibri" panose="020F0502020204030204" pitchFamily="34" charset="0"/>
              </a:rPr>
              <a:t>; while as modifiers we have detected: </a:t>
            </a:r>
            <a:r>
              <a:rPr lang="en-GB" b="1" dirty="0">
                <a:effectLst/>
                <a:latin typeface="Arial" panose="020B0604020202020204" pitchFamily="34" charset="0"/>
                <a:ea typeface="Calibri" panose="020F0502020204030204" pitchFamily="34" charset="0"/>
              </a:rPr>
              <a:t>stickers, emoticons and GIFs. </a:t>
            </a:r>
            <a:endParaRPr lang="mk-MK" b="1" dirty="0">
              <a:effectLst/>
              <a:latin typeface="Times New Roman" panose="02020603050405020304" pitchFamily="18" charset="0"/>
              <a:ea typeface="Calibri" panose="020F0502020204030204" pitchFamily="34" charset="0"/>
            </a:endParaRPr>
          </a:p>
        </p:txBody>
      </p:sp>
      <p:pic>
        <p:nvPicPr>
          <p:cNvPr id="7" name="Picture Placeholder 6">
            <a:extLst>
              <a:ext uri="{FF2B5EF4-FFF2-40B4-BE49-F238E27FC236}">
                <a16:creationId xmlns:a16="http://schemas.microsoft.com/office/drawing/2014/main" id="{A184F225-2166-4632-88D0-DB80AACA22F1}"/>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t="1749" b="1749"/>
          <a:stretch>
            <a:fillRect/>
          </a:stretch>
        </p:blipFill>
        <p:spPr>
          <a:xfrm>
            <a:off x="807720" y="874776"/>
            <a:ext cx="3074416" cy="3074416"/>
          </a:xfrm>
        </p:spPr>
      </p:pic>
    </p:spTree>
    <p:extLst>
      <p:ext uri="{BB962C8B-B14F-4D97-AF65-F5344CB8AC3E}">
        <p14:creationId xmlns:p14="http://schemas.microsoft.com/office/powerpoint/2010/main" val="19413793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443BCF-B6AE-B157-B5A8-60575A5F5EBF}"/>
              </a:ext>
            </a:extLst>
          </p:cNvPr>
          <p:cNvSpPr>
            <a:spLocks noGrp="1"/>
          </p:cNvSpPr>
          <p:nvPr>
            <p:ph type="subTitle" idx="4294967295"/>
          </p:nvPr>
        </p:nvSpPr>
        <p:spPr>
          <a:xfrm>
            <a:off x="0" y="484188"/>
            <a:ext cx="7772400" cy="595312"/>
          </a:xfrm>
        </p:spPr>
        <p:txBody>
          <a:bodyPr/>
          <a:lstStyle/>
          <a:p>
            <a:pPr marL="0" indent="0">
              <a:buNone/>
            </a:pPr>
            <a:r>
              <a:rPr lang="en-US" sz="1800" dirty="0">
                <a:solidFill>
                  <a:schemeClr val="bg1"/>
                </a:solidFill>
                <a:effectLst/>
                <a:latin typeface="Arial" panose="020B0604020202020204" pitchFamily="34" charset="0"/>
                <a:ea typeface="Calibri" panose="020F0502020204030204" pitchFamily="34" charset="0"/>
              </a:rPr>
              <a:t>                G</a:t>
            </a:r>
            <a:r>
              <a:rPr lang="en-GB" sz="1800" dirty="0" err="1">
                <a:solidFill>
                  <a:schemeClr val="bg1"/>
                </a:solidFill>
                <a:effectLst/>
                <a:latin typeface="Arial" panose="020B0604020202020204" pitchFamily="34" charset="0"/>
                <a:ea typeface="Calibri" panose="020F0502020204030204" pitchFamily="34" charset="0"/>
              </a:rPr>
              <a:t>raph</a:t>
            </a:r>
            <a:r>
              <a:rPr lang="en-GB" sz="1800" dirty="0">
                <a:solidFill>
                  <a:schemeClr val="bg1"/>
                </a:solidFill>
                <a:effectLst/>
                <a:latin typeface="Arial" panose="020B0604020202020204" pitchFamily="34" charset="0"/>
                <a:ea typeface="Calibri" panose="020F0502020204030204" pitchFamily="34" charset="0"/>
              </a:rPr>
              <a:t> 1</a:t>
            </a:r>
            <a:r>
              <a:rPr lang="en-US" dirty="0"/>
              <a:t>engaged through effective techniques</a:t>
            </a:r>
          </a:p>
        </p:txBody>
      </p:sp>
      <p:pic>
        <p:nvPicPr>
          <p:cNvPr id="1027" name="Picture 3">
            <a:extLst>
              <a:ext uri="{FF2B5EF4-FFF2-40B4-BE49-F238E27FC236}">
                <a16:creationId xmlns:a16="http://schemas.microsoft.com/office/drawing/2014/main" id="{D558D5B4-4AAA-4F17-B8A3-09266ACE091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647" y="989759"/>
            <a:ext cx="9269505" cy="538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2730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519EC-651D-422C-94D5-1174FC069D29}"/>
              </a:ext>
            </a:extLst>
          </p:cNvPr>
          <p:cNvSpPr>
            <a:spLocks noGrp="1"/>
          </p:cNvSpPr>
          <p:nvPr>
            <p:ph type="ctrTitle"/>
          </p:nvPr>
        </p:nvSpPr>
        <p:spPr>
          <a:xfrm>
            <a:off x="966692" y="1550894"/>
            <a:ext cx="10382028" cy="4108226"/>
          </a:xfrm>
        </p:spPr>
        <p:txBody>
          <a:bodyPr/>
          <a:lstStyle/>
          <a:p>
            <a:pPr indent="457200">
              <a:lnSpc>
                <a:spcPct val="150000"/>
              </a:lnSpc>
              <a:spcAft>
                <a:spcPts val="1000"/>
              </a:spcAft>
            </a:pPr>
            <a:br>
              <a:rPr lang="mk-MK" sz="1600" dirty="0">
                <a:effectLst/>
                <a:latin typeface="Times New Roman" panose="02020603050405020304" pitchFamily="18" charset="0"/>
                <a:ea typeface="Calibri" panose="020F0502020204030204" pitchFamily="34" charset="0"/>
              </a:rPr>
            </a:br>
            <a:r>
              <a:rPr lang="en-GB" sz="1600" dirty="0">
                <a:effectLst/>
                <a:latin typeface="Arial" panose="020B0604020202020204" pitchFamily="34" charset="0"/>
                <a:ea typeface="Calibri" panose="020F0502020204030204" pitchFamily="34" charset="0"/>
              </a:rPr>
              <a:t>The second graph presents the results from the analysis of a personal post about a 9-year anniversary shared by a Macedonian reporter and presenter with a photo of the pair. This post, which was again shared on a personal profile as a public post, was followed by 293 comments. </a:t>
            </a:r>
            <a:br>
              <a:rPr lang="en-GB" sz="1600" dirty="0">
                <a:effectLst/>
                <a:latin typeface="Arial" panose="020B0604020202020204" pitchFamily="34" charset="0"/>
                <a:ea typeface="Calibri" panose="020F0502020204030204" pitchFamily="34" charset="0"/>
              </a:rPr>
            </a:br>
            <a:r>
              <a:rPr lang="en-GB" sz="1600" dirty="0">
                <a:effectLst/>
                <a:latin typeface="Arial" panose="020B0604020202020204" pitchFamily="34" charset="0"/>
                <a:ea typeface="Calibri" panose="020F0502020204030204" pitchFamily="34" charset="0"/>
              </a:rPr>
              <a:t>Graph 2 clearly shows that additional elements in the form of stickers, emoticons and </a:t>
            </a:r>
            <a:r>
              <a:rPr lang="en-GB" sz="1600" b="0" dirty="0">
                <a:effectLst/>
                <a:latin typeface="Arial" panose="020B0604020202020204" pitchFamily="34" charset="0"/>
                <a:ea typeface="Calibri" panose="020F0502020204030204" pitchFamily="34" charset="0"/>
              </a:rPr>
              <a:t>GIFs</a:t>
            </a:r>
            <a:r>
              <a:rPr lang="en-GB" sz="1600" dirty="0">
                <a:effectLst/>
                <a:latin typeface="Arial" panose="020B0604020202020204" pitchFamily="34" charset="0"/>
                <a:ea typeface="Calibri" panose="020F0502020204030204" pitchFamily="34" charset="0"/>
              </a:rPr>
              <a:t> prevail in the comments, while from the linguistic forms the most frequent are the strategies of expressing good wishes, giving compliments, IFIDs and encouragements. </a:t>
            </a:r>
            <a:endParaRPr lang="mk-MK" sz="1600" dirty="0"/>
          </a:p>
        </p:txBody>
      </p:sp>
    </p:spTree>
    <p:extLst>
      <p:ext uri="{BB962C8B-B14F-4D97-AF65-F5344CB8AC3E}">
        <p14:creationId xmlns:p14="http://schemas.microsoft.com/office/powerpoint/2010/main" val="25607473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0F23-1809-2CC4-1A94-F826616D2DF4}"/>
              </a:ext>
            </a:extLst>
          </p:cNvPr>
          <p:cNvSpPr>
            <a:spLocks noGrp="1"/>
          </p:cNvSpPr>
          <p:nvPr>
            <p:ph type="title"/>
          </p:nvPr>
        </p:nvSpPr>
        <p:spPr/>
        <p:txBody>
          <a:bodyPr>
            <a:normAutofit/>
          </a:bodyPr>
          <a:lstStyle/>
          <a:p>
            <a:pPr algn="l">
              <a:lnSpc>
                <a:spcPct val="150000"/>
              </a:lnSpc>
              <a:spcAft>
                <a:spcPts val="1000"/>
              </a:spcAft>
            </a:pPr>
            <a:r>
              <a:rPr lang="en-GB" sz="1800" dirty="0">
                <a:effectLst/>
                <a:latin typeface="Arial" panose="020B0604020202020204" pitchFamily="34" charset="0"/>
                <a:ea typeface="Calibri" panose="020F0502020204030204" pitchFamily="34" charset="0"/>
              </a:rPr>
              <a:t>Graph 2: Celebrating an anniversary</a:t>
            </a:r>
            <a:endParaRPr lang="mk-MK" sz="1800" dirty="0">
              <a:effectLst/>
              <a:latin typeface="Times New Roman" panose="02020603050405020304" pitchFamily="18" charset="0"/>
              <a:ea typeface="Calibri" panose="020F0502020204030204" pitchFamily="34" charset="0"/>
            </a:endParaRPr>
          </a:p>
        </p:txBody>
      </p:sp>
      <p:sp>
        <p:nvSpPr>
          <p:cNvPr id="3" name="Rectangle 2">
            <a:extLst>
              <a:ext uri="{FF2B5EF4-FFF2-40B4-BE49-F238E27FC236}">
                <a16:creationId xmlns:a16="http://schemas.microsoft.com/office/drawing/2014/main" id="{A07E39E1-800B-4F7D-AEB2-1C76CC1C9B1D}"/>
              </a:ext>
            </a:extLst>
          </p:cNvPr>
          <p:cNvSpPr>
            <a:spLocks noChangeArrowheads="1"/>
          </p:cNvSpPr>
          <p:nvPr/>
        </p:nvSpPr>
        <p:spPr bwMode="auto">
          <a:xfrm>
            <a:off x="89647"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mk-MK"/>
          </a:p>
        </p:txBody>
      </p:sp>
      <p:graphicFrame>
        <p:nvGraphicFramePr>
          <p:cNvPr id="5" name="Object 4">
            <a:extLst>
              <a:ext uri="{FF2B5EF4-FFF2-40B4-BE49-F238E27FC236}">
                <a16:creationId xmlns:a16="http://schemas.microsoft.com/office/drawing/2014/main" id="{616E1093-DB44-415F-B62C-1AED467E2800}"/>
              </a:ext>
            </a:extLst>
          </p:cNvPr>
          <p:cNvGraphicFramePr>
            <a:graphicFrameLocks/>
          </p:cNvGraphicFramePr>
          <p:nvPr>
            <p:extLst>
              <p:ext uri="{D42A27DB-BD31-4B8C-83A1-F6EECF244321}">
                <p14:modId xmlns:p14="http://schemas.microsoft.com/office/powerpoint/2010/main" val="2419981909"/>
              </p:ext>
            </p:extLst>
          </p:nvPr>
        </p:nvGraphicFramePr>
        <p:xfrm>
          <a:off x="4294094" y="1169897"/>
          <a:ext cx="7628965" cy="4518205"/>
        </p:xfrm>
        <a:graphic>
          <a:graphicData uri="http://schemas.openxmlformats.org/presentationml/2006/ole">
            <mc:AlternateContent xmlns:mc="http://schemas.openxmlformats.org/markup-compatibility/2006">
              <mc:Choice xmlns:v="urn:schemas-microsoft-com:vml" Requires="v">
                <p:oleObj spid="_x0000_s2063" name="Chart" r:id="rId3" imgW="5082363" imgH="2384887" progId="Excel.Chart.8">
                  <p:embed/>
                </p:oleObj>
              </mc:Choice>
              <mc:Fallback>
                <p:oleObj name="Chart" r:id="rId3" imgW="5082363" imgH="2384887" progId="Excel.Chart.8">
                  <p:embed/>
                  <p:pic>
                    <p:nvPicPr>
                      <p:cNvPr id="0" name="Object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4094" y="1169897"/>
                        <a:ext cx="7628965" cy="4518205"/>
                      </a:xfrm>
                      <a:prstGeom prst="rect">
                        <a:avLst/>
                      </a:prstGeom>
                      <a:noFill/>
                    </p:spPr>
                  </p:pic>
                </p:oleObj>
              </mc:Fallback>
            </mc:AlternateContent>
          </a:graphicData>
        </a:graphic>
      </p:graphicFrame>
      <p:pic>
        <p:nvPicPr>
          <p:cNvPr id="10" name="Picture Placeholder 9">
            <a:extLst>
              <a:ext uri="{FF2B5EF4-FFF2-40B4-BE49-F238E27FC236}">
                <a16:creationId xmlns:a16="http://schemas.microsoft.com/office/drawing/2014/main" id="{D5997445-9607-48CC-9FC8-C8C2D8F1A792}"/>
              </a:ext>
            </a:extLst>
          </p:cNvPr>
          <p:cNvPicPr>
            <a:picLocks noGrp="1" noChangeAspect="1"/>
          </p:cNvPicPr>
          <p:nvPr>
            <p:ph type="pic" sz="quarter" idx="18"/>
          </p:nvPr>
        </p:nvPicPr>
        <p:blipFill>
          <a:blip r:embed="rId5">
            <a:extLst>
              <a:ext uri="{28A0092B-C50C-407E-A947-70E740481C1C}">
                <a14:useLocalDpi xmlns:a14="http://schemas.microsoft.com/office/drawing/2010/main" val="0"/>
              </a:ext>
            </a:extLst>
          </a:blip>
          <a:srcRect l="17444" r="17444"/>
          <a:stretch>
            <a:fillRect/>
          </a:stretch>
        </p:blipFill>
        <p:spPr/>
      </p:pic>
    </p:spTree>
    <p:extLst>
      <p:ext uri="{BB962C8B-B14F-4D97-AF65-F5344CB8AC3E}">
        <p14:creationId xmlns:p14="http://schemas.microsoft.com/office/powerpoint/2010/main" val="35998440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4AA703-BE7B-4007-8AB6-5737323BC91A}"/>
              </a:ext>
            </a:extLst>
          </p:cNvPr>
          <p:cNvSpPr>
            <a:spLocks noGrp="1"/>
          </p:cNvSpPr>
          <p:nvPr>
            <p:ph type="title"/>
          </p:nvPr>
        </p:nvSpPr>
        <p:spPr>
          <a:xfrm>
            <a:off x="439270" y="758952"/>
            <a:ext cx="3472330" cy="5794248"/>
          </a:xfrm>
        </p:spPr>
        <p:txBody>
          <a:bodyPr/>
          <a:lstStyle/>
          <a:p>
            <a:pPr algn="l"/>
            <a:r>
              <a:rPr lang="en-GB" sz="1400" dirty="0">
                <a:effectLst/>
                <a:latin typeface="Arial" panose="020B0604020202020204" pitchFamily="34" charset="0"/>
                <a:ea typeface="Calibri" panose="020F0502020204030204" pitchFamily="34" charset="0"/>
              </a:rPr>
              <a:t>Graph 3 presents the results from a post about a new song with a music video by Macedonian singers, which was followed by 96 comments. </a:t>
            </a:r>
            <a:br>
              <a:rPr lang="en-GB" sz="1400" dirty="0">
                <a:effectLst/>
                <a:latin typeface="Arial" panose="020B0604020202020204" pitchFamily="34" charset="0"/>
                <a:ea typeface="Calibri" panose="020F0502020204030204" pitchFamily="34" charset="0"/>
              </a:rPr>
            </a:br>
            <a:r>
              <a:rPr lang="en-GB" sz="1400" dirty="0">
                <a:effectLst/>
                <a:latin typeface="Arial" panose="020B0604020202020204" pitchFamily="34" charset="0"/>
                <a:ea typeface="Calibri" panose="020F0502020204030204" pitchFamily="34" charset="0"/>
              </a:rPr>
              <a:t>Here the strategies that prevail are the IFIDs, the compliments, personal comments and encouragements, while in the role as modifiers appear again stickers and </a:t>
            </a:r>
            <a:r>
              <a:rPr lang="en-GB" sz="1400" b="0" dirty="0">
                <a:effectLst/>
                <a:latin typeface="Arial" panose="020B0604020202020204" pitchFamily="34" charset="0"/>
                <a:ea typeface="Calibri" panose="020F0502020204030204" pitchFamily="34" charset="0"/>
              </a:rPr>
              <a:t>GIFs</a:t>
            </a:r>
            <a:r>
              <a:rPr lang="en-GB" sz="1400" dirty="0">
                <a:effectLst/>
                <a:latin typeface="Arial" panose="020B0604020202020204" pitchFamily="34" charset="0"/>
                <a:ea typeface="Calibri" panose="020F0502020204030204" pitchFamily="34" charset="0"/>
              </a:rPr>
              <a:t>.</a:t>
            </a:r>
            <a:br>
              <a:rPr lang="mk-MK" sz="1400" dirty="0">
                <a:effectLst/>
                <a:latin typeface="Times New Roman" panose="02020603050405020304" pitchFamily="18" charset="0"/>
                <a:ea typeface="Calibri" panose="020F0502020204030204" pitchFamily="34" charset="0"/>
              </a:rPr>
            </a:br>
            <a:endParaRPr lang="mk-MK" sz="1400" dirty="0"/>
          </a:p>
        </p:txBody>
      </p:sp>
      <p:graphicFrame>
        <p:nvGraphicFramePr>
          <p:cNvPr id="4" name="Object 3">
            <a:extLst>
              <a:ext uri="{FF2B5EF4-FFF2-40B4-BE49-F238E27FC236}">
                <a16:creationId xmlns:a16="http://schemas.microsoft.com/office/drawing/2014/main" id="{7EC20FED-A476-4B7C-83C0-1286D362623B}"/>
              </a:ext>
            </a:extLst>
          </p:cNvPr>
          <p:cNvGraphicFramePr>
            <a:graphicFrameLocks/>
          </p:cNvGraphicFramePr>
          <p:nvPr>
            <p:extLst>
              <p:ext uri="{D42A27DB-BD31-4B8C-83A1-F6EECF244321}">
                <p14:modId xmlns:p14="http://schemas.microsoft.com/office/powerpoint/2010/main" val="3119776586"/>
              </p:ext>
            </p:extLst>
          </p:nvPr>
        </p:nvGraphicFramePr>
        <p:xfrm>
          <a:off x="4690129" y="1365810"/>
          <a:ext cx="6883306" cy="4120589"/>
        </p:xfrm>
        <a:graphic>
          <a:graphicData uri="http://schemas.openxmlformats.org/presentationml/2006/ole">
            <mc:AlternateContent xmlns:mc="http://schemas.openxmlformats.org/markup-compatibility/2006">
              <mc:Choice xmlns:v="urn:schemas-microsoft-com:vml" Requires="v">
                <p:oleObj spid="_x0000_s3088" name="Chart" r:id="rId3" imgW="4472905" imgH="2202054" progId="Excel.Chart.8">
                  <p:embed/>
                </p:oleObj>
              </mc:Choice>
              <mc:Fallback>
                <p:oleObj name="Chart" r:id="rId3" imgW="4472905" imgH="2202054" progId="Excel.Chart.8">
                  <p:embed/>
                  <p:pic>
                    <p:nvPicPr>
                      <p:cNvPr id="0"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0129" y="1365810"/>
                        <a:ext cx="6883306" cy="4120589"/>
                      </a:xfrm>
                      <a:prstGeom prst="rect">
                        <a:avLst/>
                      </a:prstGeom>
                      <a:noFill/>
                    </p:spPr>
                  </p:pic>
                </p:oleObj>
              </mc:Fallback>
            </mc:AlternateContent>
          </a:graphicData>
        </a:graphic>
      </p:graphicFrame>
    </p:spTree>
    <p:extLst>
      <p:ext uri="{BB962C8B-B14F-4D97-AF65-F5344CB8AC3E}">
        <p14:creationId xmlns:p14="http://schemas.microsoft.com/office/powerpoint/2010/main" val="1076464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7E922-AE57-EC70-406A-77ED03351FF3}"/>
              </a:ext>
            </a:extLst>
          </p:cNvPr>
          <p:cNvSpPr>
            <a:spLocks noGrp="1"/>
          </p:cNvSpPr>
          <p:nvPr>
            <p:ph sz="quarter" idx="13"/>
          </p:nvPr>
        </p:nvSpPr>
        <p:spPr/>
        <p:txBody>
          <a:bodyPr/>
          <a:lstStyle/>
          <a:p>
            <a:pPr algn="just" fontAlgn="base"/>
            <a:r>
              <a:rPr lang="en-GB" sz="6000" b="1" dirty="0">
                <a:effectLst/>
                <a:latin typeface="Arial" panose="020B0604020202020204" pitchFamily="34" charset="0"/>
                <a:ea typeface="Times New Roman" panose="02020603050405020304" pitchFamily="18" charset="0"/>
              </a:rPr>
              <a:t>Analysis &amp; Discussion </a:t>
            </a:r>
            <a:endParaRPr lang="mk-MK" sz="6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475525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D7D0B-6920-4D68-BB5F-5C88812C31F4}"/>
              </a:ext>
            </a:extLst>
          </p:cNvPr>
          <p:cNvSpPr>
            <a:spLocks noGrp="1"/>
          </p:cNvSpPr>
          <p:nvPr>
            <p:ph sz="quarter" idx="13"/>
          </p:nvPr>
        </p:nvSpPr>
        <p:spPr>
          <a:xfrm>
            <a:off x="612648" y="630936"/>
            <a:ext cx="10857992" cy="5605272"/>
          </a:xfrm>
        </p:spPr>
        <p:txBody>
          <a:bodyPr/>
          <a:lstStyle/>
          <a:p>
            <a:pPr marL="457200" indent="-457200">
              <a:buFont typeface="Wingdings" panose="05000000000000000000" pitchFamily="2" charset="2"/>
              <a:buChar char="Ø"/>
            </a:pPr>
            <a:r>
              <a:rPr lang="en-GB" sz="2800" b="0" dirty="0">
                <a:effectLst/>
                <a:latin typeface="Arial" panose="020B0604020202020204" pitchFamily="34" charset="0"/>
                <a:ea typeface="Calibri" panose="020F0502020204030204" pitchFamily="34" charset="0"/>
              </a:rPr>
              <a:t>The analysis of the congratulations, which appear as a response speech act to three different public posts on a digital social medium, reveals similar pragmatic parameters, but different linguistic variations in Macedonian written communication. </a:t>
            </a:r>
            <a:endParaRPr lang="mk-MK" sz="2800" b="0" dirty="0">
              <a:effectLst/>
              <a:latin typeface="Arial" panose="020B0604020202020204" pitchFamily="34" charset="0"/>
              <a:ea typeface="Calibri" panose="020F0502020204030204" pitchFamily="34" charset="0"/>
            </a:endParaRPr>
          </a:p>
          <a:p>
            <a:pPr marL="457200" indent="-457200">
              <a:buFont typeface="Wingdings" panose="05000000000000000000" pitchFamily="2" charset="2"/>
              <a:buChar char="Ø"/>
            </a:pPr>
            <a:r>
              <a:rPr lang="en-GB" sz="2800" b="0" dirty="0">
                <a:effectLst/>
                <a:latin typeface="Arial" panose="020B0604020202020204" pitchFamily="34" charset="0"/>
                <a:ea typeface="Calibri" panose="020F0502020204030204" pitchFamily="34" charset="0"/>
              </a:rPr>
              <a:t>All three posts cause a commentary response in the form of a positive and expressive speech act that is formulated in accordance of the shared post. </a:t>
            </a:r>
            <a:endParaRPr lang="mk-MK" sz="2800" dirty="0"/>
          </a:p>
        </p:txBody>
      </p:sp>
    </p:spTree>
    <p:extLst>
      <p:ext uri="{BB962C8B-B14F-4D97-AF65-F5344CB8AC3E}">
        <p14:creationId xmlns:p14="http://schemas.microsoft.com/office/powerpoint/2010/main" val="823990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2F8EAF-D9DE-9FD3-ED83-7032E7D7FC06}"/>
              </a:ext>
            </a:extLst>
          </p:cNvPr>
          <p:cNvSpPr>
            <a:spLocks noGrp="1"/>
          </p:cNvSpPr>
          <p:nvPr>
            <p:ph type="title"/>
          </p:nvPr>
        </p:nvSpPr>
        <p:spPr/>
        <p:txBody>
          <a:bodyPr>
            <a:normAutofit/>
          </a:bodyPr>
          <a:lstStyle/>
          <a:p>
            <a:r>
              <a:rPr lang="en-GB" sz="2200" b="0" dirty="0">
                <a:effectLst/>
                <a:latin typeface="Arial" panose="020B0604020202020204" pitchFamily="34" charset="0"/>
                <a:ea typeface="Calibri" panose="020F0502020204030204" pitchFamily="34" charset="0"/>
              </a:rPr>
              <a:t>The main characteristic</a:t>
            </a:r>
            <a:r>
              <a:rPr lang="mk-MK" sz="2200" b="0" dirty="0">
                <a:effectLst/>
                <a:latin typeface="Arial" panose="020B0604020202020204" pitchFamily="34" charset="0"/>
                <a:ea typeface="Calibri" panose="020F0502020204030204" pitchFamily="34" charset="0"/>
              </a:rPr>
              <a:t>...</a:t>
            </a:r>
            <a:r>
              <a:rPr lang="en-GB" sz="2200" b="0" dirty="0">
                <a:effectLst/>
                <a:latin typeface="Arial" panose="020B0604020202020204" pitchFamily="34" charset="0"/>
                <a:ea typeface="Calibri" panose="020F0502020204030204" pitchFamily="34" charset="0"/>
              </a:rPr>
              <a:t> </a:t>
            </a:r>
            <a:endParaRPr lang="en-US" sz="2200" dirty="0"/>
          </a:p>
        </p:txBody>
      </p:sp>
      <p:sp>
        <p:nvSpPr>
          <p:cNvPr id="5" name="Content Placeholder 4">
            <a:extLst>
              <a:ext uri="{FF2B5EF4-FFF2-40B4-BE49-F238E27FC236}">
                <a16:creationId xmlns:a16="http://schemas.microsoft.com/office/drawing/2014/main" id="{0EA6679F-0290-515C-BB0F-947C10AC81E4}"/>
              </a:ext>
            </a:extLst>
          </p:cNvPr>
          <p:cNvSpPr>
            <a:spLocks noGrp="1"/>
          </p:cNvSpPr>
          <p:nvPr>
            <p:ph sz="quarter" idx="14"/>
          </p:nvPr>
        </p:nvSpPr>
        <p:spPr>
          <a:xfrm>
            <a:off x="6246370" y="702056"/>
            <a:ext cx="5086094" cy="5453888"/>
          </a:xfrm>
        </p:spPr>
        <p:txBody>
          <a:bodyPr>
            <a:noAutofit/>
          </a:bodyPr>
          <a:lstStyle/>
          <a:p>
            <a:pPr marL="285750" indent="-285750">
              <a:buFont typeface="Wingdings" panose="05000000000000000000" pitchFamily="2" charset="2"/>
              <a:buChar char="Ø"/>
            </a:pPr>
            <a:r>
              <a:rPr lang="en-GB" sz="1800" b="0" dirty="0">
                <a:effectLst/>
                <a:latin typeface="Arial" panose="020B0604020202020204" pitchFamily="34" charset="0"/>
                <a:ea typeface="Calibri" panose="020F0502020204030204" pitchFamily="34" charset="0"/>
                <a:cs typeface="Arial" panose="020B0604020202020204" pitchFamily="34" charset="0"/>
              </a:rPr>
              <a:t>The obtained shows  that congratulations are expressed through a direct act in the form of an explicit phrase such as: “</a:t>
            </a:r>
            <a:r>
              <a:rPr lang="en-GB" sz="1800" b="0" dirty="0" err="1">
                <a:effectLst/>
                <a:latin typeface="Arial" panose="020B0604020202020204" pitchFamily="34" charset="0"/>
                <a:ea typeface="Calibri" panose="020F0502020204030204" pitchFamily="34" charset="0"/>
                <a:cs typeface="Arial" panose="020B0604020202020204" pitchFamily="34" charset="0"/>
              </a:rPr>
              <a:t>Честитки</a:t>
            </a:r>
            <a:r>
              <a:rPr lang="en-GB" sz="1800" b="0" dirty="0">
                <a:effectLst/>
                <a:latin typeface="Arial" panose="020B0604020202020204" pitchFamily="34" charset="0"/>
                <a:ea typeface="Calibri" panose="020F0502020204030204" pitchFamily="34" charset="0"/>
                <a:cs typeface="Arial" panose="020B0604020202020204" pitchFamily="34" charset="0"/>
              </a:rPr>
              <a:t>” [Congratulations], “</a:t>
            </a:r>
            <a:r>
              <a:rPr lang="en-GB" sz="1800" b="0" dirty="0" err="1">
                <a:effectLst/>
                <a:latin typeface="Arial" panose="020B0604020202020204" pitchFamily="34" charset="0"/>
                <a:ea typeface="Calibri" panose="020F0502020204030204" pitchFamily="34" charset="0"/>
                <a:cs typeface="Arial" panose="020B0604020202020204" pitchFamily="34" charset="0"/>
              </a:rPr>
              <a:t>Браво</a:t>
            </a:r>
            <a:r>
              <a:rPr lang="en-GB" sz="1800" b="0" dirty="0">
                <a:effectLst/>
                <a:latin typeface="Arial" panose="020B0604020202020204" pitchFamily="34" charset="0"/>
                <a:ea typeface="Calibri" panose="020F0502020204030204" pitchFamily="34" charset="0"/>
                <a:cs typeface="Arial" panose="020B0604020202020204" pitchFamily="34" charset="0"/>
              </a:rPr>
              <a:t>” [Bravo] and similar forms that are generally known as congratulatory phrases. </a:t>
            </a:r>
          </a:p>
          <a:p>
            <a:pPr marL="285750" indent="-285750">
              <a:buFont typeface="Wingdings" panose="05000000000000000000" pitchFamily="2" charset="2"/>
              <a:buChar char="Ø"/>
            </a:pPr>
            <a:r>
              <a:rPr lang="en-GB" sz="1800" b="0" dirty="0">
                <a:effectLst/>
                <a:latin typeface="Arial" panose="020B0604020202020204" pitchFamily="34" charset="0"/>
                <a:ea typeface="Calibri" panose="020F0502020204030204" pitchFamily="34" charset="0"/>
                <a:cs typeface="Arial" panose="020B0604020202020204" pitchFamily="34" charset="0"/>
              </a:rPr>
              <a:t>The most frequent strategy in two of the posts are the illocutionary indicating devices, which very clearly express the communicative intention of the congratulation and represent a central element in the speech act. </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10584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519EC-651D-422C-94D5-1174FC069D29}"/>
              </a:ext>
            </a:extLst>
          </p:cNvPr>
          <p:cNvSpPr>
            <a:spLocks noGrp="1"/>
          </p:cNvSpPr>
          <p:nvPr>
            <p:ph type="ctrTitle"/>
          </p:nvPr>
        </p:nvSpPr>
        <p:spPr>
          <a:xfrm>
            <a:off x="966692" y="1290918"/>
            <a:ext cx="10122649" cy="4563394"/>
          </a:xfrm>
        </p:spPr>
        <p:txBody>
          <a:bodyPr/>
          <a:lstStyle/>
          <a:p>
            <a:pPr indent="457200">
              <a:lnSpc>
                <a:spcPct val="150000"/>
              </a:lnSpc>
              <a:spcAft>
                <a:spcPts val="1000"/>
              </a:spcAft>
            </a:pPr>
            <a:r>
              <a:rPr lang="en-GB" sz="1800" b="0" dirty="0">
                <a:effectLst/>
                <a:latin typeface="Arial" panose="020B0604020202020204" pitchFamily="34" charset="0"/>
                <a:ea typeface="Calibri" panose="020F0502020204030204" pitchFamily="34" charset="0"/>
              </a:rPr>
              <a:t>An interesting fact is that in the obtained data the use of the elements such as stickers and GIFs often appear as an individual way of congratulating, especially in the second post. These elements enable the users of the social network to express their emotional feeling of happiness for another person without relying on any textual phrases, which overlaps with notions from other research (</a:t>
            </a:r>
            <a:r>
              <a:rPr lang="en-GB" sz="1800" dirty="0">
                <a:effectLst/>
                <a:latin typeface="Arial" panose="020B0604020202020204" pitchFamily="34" charset="0"/>
                <a:ea typeface="Calibri" panose="020F0502020204030204" pitchFamily="34" charset="0"/>
              </a:rPr>
              <a:t>McCulloch, </a:t>
            </a:r>
            <a:r>
              <a:rPr lang="en-GB" sz="1800" b="0" dirty="0">
                <a:effectLst/>
                <a:latin typeface="Arial" panose="020B0604020202020204" pitchFamily="34" charset="0"/>
                <a:ea typeface="Calibri" panose="020F0502020204030204" pitchFamily="34" charset="0"/>
              </a:rPr>
              <a:t>2019., </a:t>
            </a:r>
            <a:r>
              <a:rPr lang="en-GB" sz="1800" dirty="0" err="1">
                <a:effectLst/>
                <a:latin typeface="Arial" panose="020B0604020202020204" pitchFamily="34" charset="0"/>
                <a:ea typeface="Calibri" panose="020F0502020204030204" pitchFamily="34" charset="0"/>
              </a:rPr>
              <a:t>Tolins</a:t>
            </a:r>
            <a:r>
              <a:rPr lang="en-GB" sz="1800" dirty="0">
                <a:effectLst/>
                <a:latin typeface="Arial" panose="020B0604020202020204" pitchFamily="34" charset="0"/>
                <a:ea typeface="Calibri" panose="020F0502020204030204" pitchFamily="34" charset="0"/>
              </a:rPr>
              <a:t> &amp; </a:t>
            </a:r>
            <a:r>
              <a:rPr lang="en-GB" sz="1800" dirty="0" err="1">
                <a:effectLst/>
                <a:latin typeface="Arial" panose="020B0604020202020204" pitchFamily="34" charset="0"/>
                <a:ea typeface="Calibri" panose="020F0502020204030204" pitchFamily="34" charset="0"/>
              </a:rPr>
              <a:t>Samermit</a:t>
            </a:r>
            <a:r>
              <a:rPr lang="en-GB" sz="1800" b="0" dirty="0">
                <a:effectLst/>
                <a:latin typeface="Arial" panose="020B0604020202020204" pitchFamily="34" charset="0"/>
                <a:ea typeface="Calibri" panose="020F0502020204030204" pitchFamily="34" charset="0"/>
              </a:rPr>
              <a:t> 2016). </a:t>
            </a:r>
            <a:endParaRPr lang="mk-MK" sz="1200" dirty="0"/>
          </a:p>
        </p:txBody>
      </p:sp>
    </p:spTree>
    <p:extLst>
      <p:ext uri="{BB962C8B-B14F-4D97-AF65-F5344CB8AC3E}">
        <p14:creationId xmlns:p14="http://schemas.microsoft.com/office/powerpoint/2010/main" val="40289407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9AA127B-5E3C-4340-B80D-D07F96C7F9BA}"/>
              </a:ext>
            </a:extLst>
          </p:cNvPr>
          <p:cNvSpPr>
            <a:spLocks noGrp="1"/>
          </p:cNvSpPr>
          <p:nvPr>
            <p:ph sz="quarter" idx="14"/>
          </p:nvPr>
        </p:nvSpPr>
        <p:spPr/>
        <p:txBody>
          <a:bodyPr/>
          <a:lstStyle/>
          <a:p>
            <a:r>
              <a:rPr lang="en-US" dirty="0">
                <a:latin typeface="Arial" panose="020B0604020202020204" pitchFamily="34" charset="0"/>
                <a:ea typeface="Calibri" panose="020F0502020204030204" pitchFamily="34" charset="0"/>
              </a:rPr>
              <a:t>C</a:t>
            </a:r>
            <a:r>
              <a:rPr lang="en-GB" sz="1800" b="0" dirty="0" err="1">
                <a:effectLst/>
                <a:latin typeface="Arial" panose="020B0604020202020204" pitchFamily="34" charset="0"/>
                <a:ea typeface="Calibri" panose="020F0502020204030204" pitchFamily="34" charset="0"/>
              </a:rPr>
              <a:t>ongratulating</a:t>
            </a:r>
            <a:r>
              <a:rPr lang="en-GB" sz="1800" b="0" dirty="0">
                <a:effectLst/>
                <a:latin typeface="Arial" panose="020B0604020202020204" pitchFamily="34" charset="0"/>
                <a:ea typeface="Calibri" panose="020F0502020204030204" pitchFamily="34" charset="0"/>
              </a:rPr>
              <a:t> on social media has been determined not only as a linguistic act, but also as a complex social act moulded by the identity of the public and the nature of the event. The combination of a central congratulation with an additional comment and other visual elements that intensify the act itself, show that the digital discourse becomes more and more dependent on the visual resources are not elective or possible additions, but basic components that create meaning and maintain the general trends described in research of multimodal interaction (</a:t>
            </a:r>
            <a:r>
              <a:rPr lang="en-GB" sz="1800" b="0" dirty="0" err="1">
                <a:effectLst/>
                <a:latin typeface="Arial" panose="020B0604020202020204" pitchFamily="34" charset="0"/>
                <a:ea typeface="Calibri" panose="020F0502020204030204" pitchFamily="34" charset="0"/>
              </a:rPr>
              <a:t>Jewitt</a:t>
            </a:r>
            <a:r>
              <a:rPr lang="en-GB" sz="1800" b="0" dirty="0">
                <a:effectLst/>
                <a:latin typeface="Arial" panose="020B0604020202020204" pitchFamily="34" charset="0"/>
                <a:ea typeface="Calibri" panose="020F0502020204030204" pitchFamily="34" charset="0"/>
              </a:rPr>
              <a:t>, 2016). </a:t>
            </a:r>
            <a:endParaRPr lang="mk-MK" dirty="0"/>
          </a:p>
        </p:txBody>
      </p:sp>
      <p:sp>
        <p:nvSpPr>
          <p:cNvPr id="5" name="Footer Placeholder 4">
            <a:extLst>
              <a:ext uri="{FF2B5EF4-FFF2-40B4-BE49-F238E27FC236}">
                <a16:creationId xmlns:a16="http://schemas.microsoft.com/office/drawing/2014/main" id="{9655DE03-2A0F-483E-A877-464368520E4E}"/>
              </a:ext>
            </a:extLst>
          </p:cNvPr>
          <p:cNvSpPr>
            <a:spLocks noGrp="1"/>
          </p:cNvSpPr>
          <p:nvPr>
            <p:ph type="ftr" sz="quarter" idx="16"/>
          </p:nvPr>
        </p:nvSpPr>
        <p:spPr/>
        <p:txBody>
          <a:bodyPr/>
          <a:lstStyle/>
          <a:p>
            <a:pPr algn="r"/>
            <a:r>
              <a:rPr lang="en-US"/>
              <a:t>Sample Footer Text</a:t>
            </a:r>
            <a:endParaRPr lang="en-US" dirty="0"/>
          </a:p>
        </p:txBody>
      </p:sp>
      <p:sp>
        <p:nvSpPr>
          <p:cNvPr id="6" name="Slide Number Placeholder 5">
            <a:extLst>
              <a:ext uri="{FF2B5EF4-FFF2-40B4-BE49-F238E27FC236}">
                <a16:creationId xmlns:a16="http://schemas.microsoft.com/office/drawing/2014/main" id="{1D9E49F1-DFCC-4AE3-841E-EAA0EA3F5C49}"/>
              </a:ext>
            </a:extLst>
          </p:cNvPr>
          <p:cNvSpPr>
            <a:spLocks noGrp="1"/>
          </p:cNvSpPr>
          <p:nvPr>
            <p:ph type="sldNum" sz="quarter" idx="17"/>
          </p:nvPr>
        </p:nvSpPr>
        <p:spPr/>
        <p:txBody>
          <a:bodyPr/>
          <a:lstStyle/>
          <a:p>
            <a:pPr algn="ctr"/>
            <a:fld id="{CC057153-B650-4DEB-B370-79DDCFDCE934}" type="slidenum">
              <a:rPr lang="en-US" smtClean="0"/>
              <a:pPr algn="ctr"/>
              <a:t>16</a:t>
            </a:fld>
            <a:endParaRPr lang="en-US" dirty="0"/>
          </a:p>
        </p:txBody>
      </p:sp>
      <p:sp>
        <p:nvSpPr>
          <p:cNvPr id="7" name="Date Placeholder 6">
            <a:extLst>
              <a:ext uri="{FF2B5EF4-FFF2-40B4-BE49-F238E27FC236}">
                <a16:creationId xmlns:a16="http://schemas.microsoft.com/office/drawing/2014/main" id="{D41FC5D8-225F-48ED-9B99-F02AC3E37E01}"/>
              </a:ext>
            </a:extLst>
          </p:cNvPr>
          <p:cNvSpPr>
            <a:spLocks noGrp="1"/>
          </p:cNvSpPr>
          <p:nvPr>
            <p:ph type="dt" sz="half" idx="15"/>
          </p:nvPr>
        </p:nvSpPr>
        <p:spPr/>
        <p:txBody>
          <a:bodyPr/>
          <a:lstStyle/>
          <a:p>
            <a:fld id="{CEA17BE6-69A3-4517-A7DD-30A057B4C187}" type="datetime4">
              <a:rPr lang="en-US" smtClean="0"/>
              <a:t>March 16, 2026</a:t>
            </a:fld>
            <a:endParaRPr lang="en-US" dirty="0"/>
          </a:p>
        </p:txBody>
      </p:sp>
      <p:pic>
        <p:nvPicPr>
          <p:cNvPr id="13" name="Picture Placeholder 12">
            <a:extLst>
              <a:ext uri="{FF2B5EF4-FFF2-40B4-BE49-F238E27FC236}">
                <a16:creationId xmlns:a16="http://schemas.microsoft.com/office/drawing/2014/main" id="{5A220115-4499-4796-B354-1C257C8E6E60}"/>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16667" r="16667"/>
          <a:stretch>
            <a:fillRect/>
          </a:stretch>
        </p:blipFill>
        <p:spPr/>
      </p:pic>
    </p:spTree>
    <p:extLst>
      <p:ext uri="{BB962C8B-B14F-4D97-AF65-F5344CB8AC3E}">
        <p14:creationId xmlns:p14="http://schemas.microsoft.com/office/powerpoint/2010/main" val="22932994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88B0F-4761-434B-801F-525C34976178}"/>
              </a:ext>
            </a:extLst>
          </p:cNvPr>
          <p:cNvSpPr>
            <a:spLocks noGrp="1"/>
          </p:cNvSpPr>
          <p:nvPr>
            <p:ph type="title"/>
          </p:nvPr>
        </p:nvSpPr>
        <p:spPr/>
        <p:txBody>
          <a:bodyPr/>
          <a:lstStyle/>
          <a:p>
            <a:br>
              <a:rPr lang="en-GB" sz="1800" b="1" dirty="0">
                <a:effectLst/>
                <a:latin typeface="Arial" panose="020B0604020202020204" pitchFamily="34" charset="0"/>
                <a:ea typeface="Calibri" panose="020F0502020204030204" pitchFamily="34" charset="0"/>
              </a:rPr>
            </a:br>
            <a:br>
              <a:rPr lang="en-GB" sz="1800" b="1" dirty="0">
                <a:effectLst/>
                <a:latin typeface="Arial" panose="020B0604020202020204" pitchFamily="34" charset="0"/>
                <a:ea typeface="Calibri" panose="020F0502020204030204" pitchFamily="34" charset="0"/>
              </a:rPr>
            </a:br>
            <a:r>
              <a:rPr lang="en-GB" sz="1800" b="1" dirty="0">
                <a:effectLst/>
                <a:latin typeface="Arial" panose="020B0604020202020204" pitchFamily="34" charset="0"/>
                <a:ea typeface="Calibri" panose="020F0502020204030204" pitchFamily="34" charset="0"/>
              </a:rPr>
              <a:t>Conclusion </a:t>
            </a:r>
            <a:br>
              <a:rPr lang="mk-MK" sz="1800" dirty="0">
                <a:effectLst/>
                <a:latin typeface="Times New Roman" panose="02020603050405020304" pitchFamily="18" charset="0"/>
                <a:ea typeface="Calibri" panose="020F0502020204030204" pitchFamily="34" charset="0"/>
              </a:rPr>
            </a:br>
            <a:endParaRPr lang="mk-MK" dirty="0"/>
          </a:p>
        </p:txBody>
      </p:sp>
      <p:sp>
        <p:nvSpPr>
          <p:cNvPr id="3" name="Content Placeholder 2">
            <a:extLst>
              <a:ext uri="{FF2B5EF4-FFF2-40B4-BE49-F238E27FC236}">
                <a16:creationId xmlns:a16="http://schemas.microsoft.com/office/drawing/2014/main" id="{B2BA1801-0E96-4D9A-96DF-37DDE6457981}"/>
              </a:ext>
            </a:extLst>
          </p:cNvPr>
          <p:cNvSpPr>
            <a:spLocks noGrp="1"/>
          </p:cNvSpPr>
          <p:nvPr>
            <p:ph sz="quarter" idx="14"/>
          </p:nvPr>
        </p:nvSpPr>
        <p:spPr>
          <a:xfrm>
            <a:off x="5459506" y="170329"/>
            <a:ext cx="6364941" cy="6355977"/>
          </a:xfrm>
        </p:spPr>
        <p:txBody>
          <a:bodyPr>
            <a:normAutofit/>
          </a:bodyPr>
          <a:lstStyle/>
          <a:p>
            <a:r>
              <a:rPr lang="en-GB" sz="1800" dirty="0">
                <a:effectLst/>
                <a:latin typeface="Arial" panose="020B0604020202020204" pitchFamily="34" charset="0"/>
                <a:ea typeface="Calibri" panose="020F0502020204030204" pitchFamily="34" charset="0"/>
              </a:rPr>
              <a:t>This paper represents an analysis of the speech act of congratulating focusing on public posts on the social network Facebook in three different contexts. The analysis showed that the preferred form of Macedonian speakers is a direct congratulatory act that is further intensified through added visual elements. A dominant strategy are the illocutionary force indicating devices in the public posts of the singers, while the visual elements and the expressions of good wishes are more frequent in the post of the reporter. Hence, it can be concluded that the linguistic and multimodal forms of congratulating are highly modified by the nature of the event and the social status between the person that publishes the post and the audience or the people that comment. This paper contributes toward the understanding of how the traditional categories of speech acts are adjusted in the digital environment, where the visual elements are gradually taking more central role in all types of utterances.</a:t>
            </a:r>
            <a:endParaRPr lang="mk-MK" sz="1800" dirty="0">
              <a:effectLst/>
              <a:latin typeface="Times New Roman" panose="02020603050405020304" pitchFamily="18" charset="0"/>
              <a:ea typeface="Calibri" panose="020F0502020204030204" pitchFamily="34" charset="0"/>
            </a:endParaRPr>
          </a:p>
          <a:p>
            <a:endParaRPr lang="mk-MK" dirty="0"/>
          </a:p>
        </p:txBody>
      </p:sp>
    </p:spTree>
    <p:extLst>
      <p:ext uri="{BB962C8B-B14F-4D97-AF65-F5344CB8AC3E}">
        <p14:creationId xmlns:p14="http://schemas.microsoft.com/office/powerpoint/2010/main" val="3025866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F597E20-B612-4070-923D-89DA2F1AE0D8}"/>
              </a:ext>
            </a:extLst>
          </p:cNvPr>
          <p:cNvSpPr>
            <a:spLocks noGrp="1"/>
          </p:cNvSpPr>
          <p:nvPr>
            <p:ph type="title"/>
          </p:nvPr>
        </p:nvSpPr>
        <p:spPr>
          <a:xfrm>
            <a:off x="531368" y="335280"/>
            <a:ext cx="10817352" cy="546608"/>
          </a:xfrm>
        </p:spPr>
        <p:txBody>
          <a:bodyPr/>
          <a:lstStyle/>
          <a:p>
            <a:r>
              <a:rPr lang="en-GB" sz="1800" b="1" dirty="0">
                <a:effectLst/>
                <a:latin typeface="Arial" panose="020B0604020202020204" pitchFamily="34" charset="0"/>
                <a:ea typeface="Calibri" panose="020F0502020204030204" pitchFamily="34" charset="0"/>
                <a:cs typeface="Macedonian Tms"/>
              </a:rPr>
              <a:t>References</a:t>
            </a:r>
            <a:endParaRPr lang="mk-MK" dirty="0"/>
          </a:p>
        </p:txBody>
      </p:sp>
      <p:sp>
        <p:nvSpPr>
          <p:cNvPr id="2" name="Content Placeholder 1">
            <a:extLst>
              <a:ext uri="{FF2B5EF4-FFF2-40B4-BE49-F238E27FC236}">
                <a16:creationId xmlns:a16="http://schemas.microsoft.com/office/drawing/2014/main" id="{6A708794-5595-4829-8FEE-B38202FEEFCB}"/>
              </a:ext>
            </a:extLst>
          </p:cNvPr>
          <p:cNvSpPr>
            <a:spLocks noGrp="1"/>
          </p:cNvSpPr>
          <p:nvPr>
            <p:ph sz="quarter" idx="4294967295"/>
          </p:nvPr>
        </p:nvSpPr>
        <p:spPr>
          <a:xfrm>
            <a:off x="373063" y="1084103"/>
            <a:ext cx="11595417" cy="5773897"/>
          </a:xfrm>
        </p:spPr>
        <p:txBody>
          <a:bodyPr>
            <a:noAutofit/>
          </a:bodyPr>
          <a:lstStyle/>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Austin, J. L. (1962). </a:t>
            </a:r>
            <a:r>
              <a:rPr lang="en-GB" sz="1200" i="1" dirty="0">
                <a:effectLst/>
                <a:latin typeface="Arial" panose="020B0604020202020204" pitchFamily="34" charset="0"/>
                <a:ea typeface="Times New Roman" panose="02020603050405020304" pitchFamily="18" charset="0"/>
                <a:cs typeface="Arial" panose="020B0604020202020204" pitchFamily="34" charset="0"/>
              </a:rPr>
              <a:t>How to do things with words</a:t>
            </a:r>
            <a:r>
              <a:rPr lang="en-GB" sz="1200" dirty="0">
                <a:effectLst/>
                <a:latin typeface="Arial" panose="020B0604020202020204" pitchFamily="34" charset="0"/>
                <a:ea typeface="Times New Roman" panose="02020603050405020304" pitchFamily="18" charset="0"/>
                <a:cs typeface="Arial" panose="020B0604020202020204" pitchFamily="34" charset="0"/>
              </a:rPr>
              <a:t>. Oxford University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Aziz, R. N. (2024). Congratulation Strategies: Pragmatic Study. British Journal of English Linguistics, 12(1), 1–8. https://doi.org/10.37745/bjel.2013/vol12n118</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Brown, P. &amp; Levinson, S. (1987) Politeness. Some universals in language usage. Cambridge: Cambridge University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err="1">
                <a:effectLst/>
                <a:latin typeface="Arial" panose="020B0604020202020204" pitchFamily="34" charset="0"/>
                <a:ea typeface="Times New Roman" panose="02020603050405020304" pitchFamily="18" charset="0"/>
                <a:cs typeface="Arial" panose="020B0604020202020204" pitchFamily="34" charset="0"/>
              </a:rPr>
              <a:t>Baym</a:t>
            </a:r>
            <a:r>
              <a:rPr lang="en-GB" sz="1200" dirty="0">
                <a:effectLst/>
                <a:latin typeface="Arial" panose="020B0604020202020204" pitchFamily="34" charset="0"/>
                <a:ea typeface="Times New Roman" panose="02020603050405020304" pitchFamily="18" charset="0"/>
                <a:cs typeface="Arial" panose="020B0604020202020204" pitchFamily="34" charset="0"/>
              </a:rPr>
              <a:t>, N. (2018). </a:t>
            </a:r>
            <a:r>
              <a:rPr lang="en-GB" sz="1200" i="1" dirty="0">
                <a:effectLst/>
                <a:latin typeface="Arial" panose="020B0604020202020204" pitchFamily="34" charset="0"/>
                <a:ea typeface="Times New Roman" panose="02020603050405020304" pitchFamily="18" charset="0"/>
                <a:cs typeface="Arial" panose="020B0604020202020204" pitchFamily="34" charset="0"/>
              </a:rPr>
              <a:t>Playing to the crowd: Musicians, audiences, and the intimate work of connection</a:t>
            </a:r>
            <a:r>
              <a:rPr lang="en-GB" sz="1200" dirty="0">
                <a:effectLst/>
                <a:latin typeface="Arial" panose="020B0604020202020204" pitchFamily="34" charset="0"/>
                <a:ea typeface="Times New Roman" panose="02020603050405020304" pitchFamily="18" charset="0"/>
                <a:cs typeface="Arial" panose="020B0604020202020204" pitchFamily="34" charset="0"/>
              </a:rPr>
              <a:t>. NYU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Click, M., &amp; Scott, S. (2018). </a:t>
            </a:r>
            <a:r>
              <a:rPr lang="en-GB" sz="1200" i="1" dirty="0">
                <a:effectLst/>
                <a:latin typeface="Arial" panose="020B0604020202020204" pitchFamily="34" charset="0"/>
                <a:ea typeface="Times New Roman" panose="02020603050405020304" pitchFamily="18" charset="0"/>
                <a:cs typeface="Arial" panose="020B0604020202020204" pitchFamily="34" charset="0"/>
              </a:rPr>
              <a:t>Making fans: Literacy, affect, and participatory culture</a:t>
            </a:r>
            <a:r>
              <a:rPr lang="en-GB" sz="1200" dirty="0">
                <a:effectLst/>
                <a:latin typeface="Arial" panose="020B0604020202020204" pitchFamily="34" charset="0"/>
                <a:ea typeface="Times New Roman" panose="02020603050405020304" pitchFamily="18" charset="0"/>
                <a:cs typeface="Arial" panose="020B0604020202020204" pitchFamily="34" charset="0"/>
              </a:rPr>
              <a:t>. University of Michigan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Darics, E. (2013). Non-verbal signalling in digital discourse: The case of letter repetition. </a:t>
            </a:r>
            <a:r>
              <a:rPr lang="en-GB" sz="1200" i="1" dirty="0">
                <a:effectLst/>
                <a:latin typeface="Arial" panose="020B0604020202020204" pitchFamily="34" charset="0"/>
                <a:ea typeface="Times New Roman" panose="02020603050405020304" pitchFamily="18" charset="0"/>
                <a:cs typeface="Arial" panose="020B0604020202020204" pitchFamily="34" charset="0"/>
              </a:rPr>
              <a:t>Discourse, Context &amp; Media</a:t>
            </a:r>
            <a:r>
              <a:rPr lang="en-GB" sz="1200" dirty="0">
                <a:effectLst/>
                <a:latin typeface="Arial" panose="020B0604020202020204" pitchFamily="34" charset="0"/>
                <a:ea typeface="Times New Roman" panose="02020603050405020304" pitchFamily="18" charset="0"/>
                <a:cs typeface="Arial" panose="020B0604020202020204" pitchFamily="34" charset="0"/>
              </a:rPr>
              <a:t>, 2(3), 141–148.</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Elwood, K. (2004). Congratulations: A cross-cultural analysis of responses to another’s happy news. Journal of Pragmatics, 36(5), 1017–1040. https://doi.org/10.1016/j.pragma.2003.10.006</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Herring, S. C. (2013). </a:t>
            </a:r>
            <a:r>
              <a:rPr lang="en-GB" sz="1200" i="1" dirty="0">
                <a:effectLst/>
                <a:latin typeface="Arial" panose="020B0604020202020204" pitchFamily="34" charset="0"/>
                <a:ea typeface="Times New Roman" panose="02020603050405020304" pitchFamily="18" charset="0"/>
                <a:cs typeface="Arial" panose="020B0604020202020204" pitchFamily="34" charset="0"/>
              </a:rPr>
              <a:t>Discourse in Web 2.0: Familiar, reconfigured, and emergent</a:t>
            </a:r>
            <a:r>
              <a:rPr lang="en-GB" sz="1200" dirty="0">
                <a:effectLst/>
                <a:latin typeface="Arial" panose="020B0604020202020204" pitchFamily="34" charset="0"/>
                <a:ea typeface="Times New Roman" panose="02020603050405020304" pitchFamily="18" charset="0"/>
                <a:cs typeface="Arial" panose="020B0604020202020204" pitchFamily="34" charset="0"/>
              </a:rPr>
              <a:t>. Georgetown University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err="1">
                <a:effectLst/>
                <a:latin typeface="Arial" panose="020B0604020202020204" pitchFamily="34" charset="0"/>
                <a:ea typeface="Times New Roman" panose="02020603050405020304" pitchFamily="18" charset="0"/>
                <a:cs typeface="Arial" panose="020B0604020202020204" pitchFamily="34" charset="0"/>
              </a:rPr>
              <a:t>Jewitt</a:t>
            </a:r>
            <a:r>
              <a:rPr lang="en-GB" sz="1200" dirty="0">
                <a:effectLst/>
                <a:latin typeface="Arial" panose="020B0604020202020204" pitchFamily="34" charset="0"/>
                <a:ea typeface="Times New Roman" panose="02020603050405020304" pitchFamily="18" charset="0"/>
                <a:cs typeface="Arial" panose="020B0604020202020204" pitchFamily="34" charset="0"/>
              </a:rPr>
              <a:t>, C. (2016). </a:t>
            </a:r>
            <a:r>
              <a:rPr lang="en-GB" sz="1200" i="1" dirty="0">
                <a:effectLst/>
                <a:latin typeface="Arial" panose="020B0604020202020204" pitchFamily="34" charset="0"/>
                <a:ea typeface="Times New Roman" panose="02020603050405020304" pitchFamily="18" charset="0"/>
                <a:cs typeface="Arial" panose="020B0604020202020204" pitchFamily="34" charset="0"/>
              </a:rPr>
              <a:t>The Routledge handbook of multimodal analysis</a:t>
            </a:r>
            <a:r>
              <a:rPr lang="en-GB" sz="1200" dirty="0">
                <a:effectLst/>
                <a:latin typeface="Arial" panose="020B0604020202020204" pitchFamily="34" charset="0"/>
                <a:ea typeface="Times New Roman" panose="02020603050405020304" pitchFamily="18" charset="0"/>
                <a:cs typeface="Arial" panose="020B0604020202020204" pitchFamily="34" charset="0"/>
              </a:rPr>
              <a:t> (2nd ed.). Routledge.</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Kusevska</a:t>
            </a:r>
            <a:r>
              <a:rPr lang="en-GB"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M. (2016). “Framework of intercultural research of speech acts”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Рамка</a:t>
            </a:r>
            <a:r>
              <a:rPr lang="en-GB" sz="12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за</a:t>
            </a:r>
            <a:r>
              <a:rPr lang="en-GB" sz="12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меѓукултурните</a:t>
            </a:r>
            <a:r>
              <a:rPr lang="en-GB" sz="12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истражувања</a:t>
            </a:r>
            <a:r>
              <a:rPr lang="en-GB" sz="12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на</a:t>
            </a:r>
            <a:r>
              <a:rPr lang="en-GB" sz="12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говорните</a:t>
            </a:r>
            <a:r>
              <a:rPr lang="en-GB" sz="1200" i="1"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en-GB" sz="1200" i="1"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чинови</a:t>
            </a:r>
            <a:r>
              <a:rPr lang="en-GB" sz="1200" dirty="0">
                <a:solidFill>
                  <a:srgbClr val="000000"/>
                </a:solidFill>
                <a:effectLst/>
                <a:latin typeface="Arial" panose="020B0604020202020204" pitchFamily="34" charset="0"/>
                <a:ea typeface="Calibri" panose="020F0502020204030204" pitchFamily="34" charset="0"/>
                <a:cs typeface="Arial" panose="020B0604020202020204" pitchFamily="34" charset="0"/>
              </a:rPr>
              <a:t>]. Our language today. Proceedings of the scientific conference "The Linguistic Picture of the World". Volume: 26. pp. 119-128.</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McCulloch, G. (2019). </a:t>
            </a:r>
            <a:r>
              <a:rPr lang="en-GB" sz="1200" i="1" dirty="0">
                <a:effectLst/>
                <a:latin typeface="Arial" panose="020B0604020202020204" pitchFamily="34" charset="0"/>
                <a:ea typeface="Times New Roman" panose="02020603050405020304" pitchFamily="18" charset="0"/>
                <a:cs typeface="Arial" panose="020B0604020202020204" pitchFamily="34" charset="0"/>
              </a:rPr>
              <a:t>Because Internet: Understanding the new rules of language</a:t>
            </a:r>
            <a:r>
              <a:rPr lang="en-GB" sz="1200" dirty="0">
                <a:effectLst/>
                <a:latin typeface="Arial" panose="020B0604020202020204" pitchFamily="34" charset="0"/>
                <a:ea typeface="Times New Roman" panose="02020603050405020304" pitchFamily="18" charset="0"/>
                <a:cs typeface="Arial" panose="020B0604020202020204" pitchFamily="34" charset="0"/>
              </a:rPr>
              <a:t>. Riverhead Books.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Page, R. (2014). </a:t>
            </a:r>
            <a:r>
              <a:rPr lang="en-GB" sz="1200" i="1" dirty="0">
                <a:effectLst/>
                <a:latin typeface="Arial" panose="020B0604020202020204" pitchFamily="34" charset="0"/>
                <a:ea typeface="Times New Roman" panose="02020603050405020304" pitchFamily="18" charset="0"/>
                <a:cs typeface="Arial" panose="020B0604020202020204" pitchFamily="34" charset="0"/>
              </a:rPr>
              <a:t>Narratives online: Shared stories in social media</a:t>
            </a:r>
            <a:r>
              <a:rPr lang="en-GB" sz="1200" dirty="0">
                <a:effectLst/>
                <a:latin typeface="Arial" panose="020B0604020202020204" pitchFamily="34" charset="0"/>
                <a:ea typeface="Times New Roman" panose="02020603050405020304" pitchFamily="18" charset="0"/>
                <a:cs typeface="Arial" panose="020B0604020202020204" pitchFamily="34" charset="0"/>
              </a:rPr>
              <a:t>. Cambridge University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pPr>
            <a:r>
              <a:rPr lang="en-GB" sz="1200" dirty="0" err="1">
                <a:effectLst/>
                <a:latin typeface="Arial" panose="020B0604020202020204" pitchFamily="34" charset="0"/>
                <a:ea typeface="Calibri" panose="020F0502020204030204" pitchFamily="34" charset="0"/>
                <a:cs typeface="Arial" panose="020B0604020202020204" pitchFamily="34" charset="0"/>
              </a:rPr>
              <a:t>Ramadani</a:t>
            </a:r>
            <a:r>
              <a:rPr lang="en-GB" sz="1200" dirty="0">
                <a:effectLst/>
                <a:latin typeface="Arial" panose="020B0604020202020204" pitchFamily="34" charset="0"/>
                <a:ea typeface="Calibri" panose="020F0502020204030204" pitchFamily="34" charset="0"/>
                <a:cs typeface="Arial" panose="020B0604020202020204" pitchFamily="34" charset="0"/>
              </a:rPr>
              <a:t>, N.M. (2024). The use of speech acts among Albanians in Republic North Macedonia (apologies and promises). PhD paper. Skopje, University “Ss. Cyril and Methodius”, Faculty of Philology “</a:t>
            </a:r>
            <a:r>
              <a:rPr lang="en-GB" sz="1200" dirty="0" err="1">
                <a:effectLst/>
                <a:latin typeface="Arial" panose="020B0604020202020204" pitchFamily="34" charset="0"/>
                <a:ea typeface="Calibri" panose="020F0502020204030204" pitchFamily="34" charset="0"/>
                <a:cs typeface="Arial" panose="020B0604020202020204" pitchFamily="34" charset="0"/>
              </a:rPr>
              <a:t>Blazhe</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Koneski</a:t>
            </a:r>
            <a:r>
              <a:rPr lang="en-GB" sz="1200" dirty="0">
                <a:effectLst/>
                <a:latin typeface="Arial" panose="020B0604020202020204" pitchFamily="34" charset="0"/>
                <a:ea typeface="Calibri" panose="020F0502020204030204" pitchFamily="34" charset="0"/>
                <a:cs typeface="Arial" panose="020B0604020202020204" pitchFamily="34" charset="0"/>
              </a:rPr>
              <a:t>”</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a:effectLst/>
                <a:latin typeface="Arial" panose="020B0604020202020204" pitchFamily="34" charset="0"/>
                <a:ea typeface="Times New Roman" panose="02020603050405020304" pitchFamily="18" charset="0"/>
                <a:cs typeface="Arial" panose="020B0604020202020204" pitchFamily="34" charset="0"/>
              </a:rPr>
              <a:t>Searle, J. (1969). </a:t>
            </a:r>
            <a:r>
              <a:rPr lang="en-GB" sz="1200" i="1" dirty="0">
                <a:effectLst/>
                <a:latin typeface="Arial" panose="020B0604020202020204" pitchFamily="34" charset="0"/>
                <a:ea typeface="Times New Roman" panose="02020603050405020304" pitchFamily="18" charset="0"/>
                <a:cs typeface="Arial" panose="020B0604020202020204" pitchFamily="34" charset="0"/>
              </a:rPr>
              <a:t>Speech acts: An essay in the philosophy of language</a:t>
            </a:r>
            <a:r>
              <a:rPr lang="en-GB" sz="1200" dirty="0">
                <a:effectLst/>
                <a:latin typeface="Arial" panose="020B0604020202020204" pitchFamily="34" charset="0"/>
                <a:ea typeface="Times New Roman" panose="02020603050405020304" pitchFamily="18" charset="0"/>
                <a:cs typeface="Arial" panose="020B0604020202020204" pitchFamily="34" charset="0"/>
              </a:rPr>
              <a:t>. Cambridge University Press.</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spcBef>
                <a:spcPts val="500"/>
              </a:spcBef>
            </a:pPr>
            <a:r>
              <a:rPr lang="en-GB" sz="1200" dirty="0" err="1">
                <a:effectLst/>
                <a:latin typeface="Arial" panose="020B0604020202020204" pitchFamily="34" charset="0"/>
                <a:ea typeface="Times New Roman" panose="02020603050405020304" pitchFamily="18" charset="0"/>
                <a:cs typeface="Arial" panose="020B0604020202020204" pitchFamily="34" charset="0"/>
              </a:rPr>
              <a:t>Tolins</a:t>
            </a:r>
            <a:r>
              <a:rPr lang="en-GB" sz="1200" dirty="0">
                <a:effectLst/>
                <a:latin typeface="Arial" panose="020B0604020202020204" pitchFamily="34" charset="0"/>
                <a:ea typeface="Times New Roman" panose="02020603050405020304" pitchFamily="18" charset="0"/>
                <a:cs typeface="Arial" panose="020B0604020202020204" pitchFamily="34" charset="0"/>
              </a:rPr>
              <a:t>, J., &amp; </a:t>
            </a:r>
            <a:r>
              <a:rPr lang="en-GB" sz="1200" dirty="0" err="1">
                <a:effectLst/>
                <a:latin typeface="Arial" panose="020B0604020202020204" pitchFamily="34" charset="0"/>
                <a:ea typeface="Times New Roman" panose="02020603050405020304" pitchFamily="18" charset="0"/>
                <a:cs typeface="Arial" panose="020B0604020202020204" pitchFamily="34" charset="0"/>
              </a:rPr>
              <a:t>Samermit</a:t>
            </a:r>
            <a:r>
              <a:rPr lang="en-GB" sz="1200" dirty="0">
                <a:effectLst/>
                <a:latin typeface="Arial" panose="020B0604020202020204" pitchFamily="34" charset="0"/>
                <a:ea typeface="Times New Roman" panose="02020603050405020304" pitchFamily="18" charset="0"/>
                <a:cs typeface="Arial" panose="020B0604020202020204" pitchFamily="34" charset="0"/>
              </a:rPr>
              <a:t>, P. (2016). GIFs as embodied enactments: Using GIFs to communicate emotion. </a:t>
            </a:r>
            <a:r>
              <a:rPr lang="en-GB" sz="1200" i="1" dirty="0">
                <a:effectLst/>
                <a:latin typeface="Arial" panose="020B0604020202020204" pitchFamily="34" charset="0"/>
                <a:ea typeface="Times New Roman" panose="02020603050405020304" pitchFamily="18" charset="0"/>
                <a:cs typeface="Arial" panose="020B0604020202020204" pitchFamily="34" charset="0"/>
              </a:rPr>
              <a:t>Proceedings of the ACM on Human-Computer Interaction</a:t>
            </a:r>
            <a:r>
              <a:rPr lang="en-GB" sz="1200" dirty="0">
                <a:effectLst/>
                <a:latin typeface="Arial" panose="020B0604020202020204" pitchFamily="34" charset="0"/>
                <a:ea typeface="Times New Roman" panose="02020603050405020304" pitchFamily="18" charset="0"/>
                <a:cs typeface="Arial" panose="020B0604020202020204" pitchFamily="34" charset="0"/>
              </a:rPr>
              <a:t>, 1.</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pPr>
            <a:r>
              <a:rPr lang="en-GB" sz="1200" dirty="0">
                <a:effectLst/>
                <a:latin typeface="Arial" panose="020B0604020202020204" pitchFamily="34" charset="0"/>
                <a:ea typeface="Calibri" panose="020F0502020204030204" pitchFamily="34" charset="0"/>
                <a:cs typeface="Arial" panose="020B0604020202020204" pitchFamily="34" charset="0"/>
              </a:rPr>
              <a:t>Vinca, E. (2021). Analysis of interpersonal discourse markers in Macedonian and Albanian spoken language in comparison with English [</a:t>
            </a:r>
            <a:r>
              <a:rPr lang="en-GB" sz="1200" dirty="0" err="1">
                <a:effectLst/>
                <a:latin typeface="Arial" panose="020B0604020202020204" pitchFamily="34" charset="0"/>
                <a:ea typeface="Calibri" panose="020F0502020204030204" pitchFamily="34" charset="0"/>
                <a:cs typeface="Arial" panose="020B0604020202020204" pitchFamily="34" charset="0"/>
              </a:rPr>
              <a:t>Анализа</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на</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интерперсоналните</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дискурсни</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маркери</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во</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македонскиот</a:t>
            </a:r>
            <a:r>
              <a:rPr lang="en-GB" sz="1200" dirty="0">
                <a:effectLst/>
                <a:latin typeface="Arial" panose="020B0604020202020204" pitchFamily="34" charset="0"/>
                <a:ea typeface="Calibri" panose="020F0502020204030204" pitchFamily="34" charset="0"/>
                <a:cs typeface="Arial" panose="020B0604020202020204" pitchFamily="34" charset="0"/>
              </a:rPr>
              <a:t> и </a:t>
            </a:r>
            <a:r>
              <a:rPr lang="en-GB" sz="1200" dirty="0" err="1">
                <a:effectLst/>
                <a:latin typeface="Arial" panose="020B0604020202020204" pitchFamily="34" charset="0"/>
                <a:ea typeface="Calibri" panose="020F0502020204030204" pitchFamily="34" charset="0"/>
                <a:cs typeface="Arial" panose="020B0604020202020204" pitchFamily="34" charset="0"/>
              </a:rPr>
              <a:t>во</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албанскиот</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говорен</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јазик</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во</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споредба</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со</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англискиот</a:t>
            </a:r>
            <a:r>
              <a:rPr lang="en-GB" sz="1200" dirty="0">
                <a:effectLst/>
                <a:latin typeface="Arial" panose="020B0604020202020204" pitchFamily="34" charset="0"/>
                <a:ea typeface="Calibri" panose="020F0502020204030204" pitchFamily="34" charset="0"/>
                <a:cs typeface="Arial" panose="020B0604020202020204" pitchFamily="34" charset="0"/>
              </a:rPr>
              <a:t>]. Doctoral thesis. Skopje, University “Ss. Cyril and Methodius”, Faculty of Philology “</a:t>
            </a:r>
            <a:r>
              <a:rPr lang="en-GB" sz="1200" dirty="0" err="1">
                <a:effectLst/>
                <a:latin typeface="Arial" panose="020B0604020202020204" pitchFamily="34" charset="0"/>
                <a:ea typeface="Calibri" panose="020F0502020204030204" pitchFamily="34" charset="0"/>
                <a:cs typeface="Arial" panose="020B0604020202020204" pitchFamily="34" charset="0"/>
              </a:rPr>
              <a:t>Blazhe</a:t>
            </a:r>
            <a:r>
              <a:rPr lang="en-GB" sz="1200" dirty="0">
                <a:effectLst/>
                <a:latin typeface="Arial" panose="020B0604020202020204" pitchFamily="34" charset="0"/>
                <a:ea typeface="Calibri" panose="020F0502020204030204" pitchFamily="34" charset="0"/>
                <a:cs typeface="Arial" panose="020B0604020202020204" pitchFamily="34" charset="0"/>
              </a:rPr>
              <a:t> </a:t>
            </a:r>
            <a:r>
              <a:rPr lang="en-GB" sz="1200" dirty="0" err="1">
                <a:effectLst/>
                <a:latin typeface="Arial" panose="020B0604020202020204" pitchFamily="34" charset="0"/>
                <a:ea typeface="Calibri" panose="020F0502020204030204" pitchFamily="34" charset="0"/>
                <a:cs typeface="Arial" panose="020B0604020202020204" pitchFamily="34" charset="0"/>
              </a:rPr>
              <a:t>Koneski</a:t>
            </a:r>
            <a:r>
              <a:rPr lang="en-GB" sz="1200" dirty="0">
                <a:effectLst/>
                <a:latin typeface="Arial" panose="020B0604020202020204" pitchFamily="34" charset="0"/>
                <a:ea typeface="Calibri" panose="020F0502020204030204" pitchFamily="34" charset="0"/>
                <a:cs typeface="Arial" panose="020B0604020202020204" pitchFamily="34" charset="0"/>
              </a:rPr>
              <a:t>”</a:t>
            </a:r>
            <a:endParaRPr lang="mk-MK" sz="1200" dirty="0">
              <a:effectLst/>
              <a:latin typeface="Arial" panose="020B0604020202020204" pitchFamily="34" charset="0"/>
              <a:ea typeface="Calibri" panose="020F0502020204030204" pitchFamily="34" charset="0"/>
              <a:cs typeface="Arial" panose="020B0604020202020204" pitchFamily="34" charset="0"/>
            </a:endParaRPr>
          </a:p>
          <a:p>
            <a:pPr>
              <a:lnSpc>
                <a:spcPct val="100000"/>
              </a:lnSpc>
            </a:pPr>
            <a:r>
              <a:rPr lang="en-GB" sz="1200" dirty="0">
                <a:effectLst/>
                <a:latin typeface="Arial" panose="020B0604020202020204" pitchFamily="34" charset="0"/>
                <a:ea typeface="Calibri" panose="020F0502020204030204" pitchFamily="34" charset="0"/>
                <a:cs typeface="Arial" panose="020B0604020202020204" pitchFamily="34" charset="0"/>
              </a:rPr>
              <a:t>Xia, D., Yin, C., &amp; Lan, C. (2021). Article in Translation: Chinese compliment responses in triadic contexts. Journal of Pragmatics, 174, 117–124. </a:t>
            </a:r>
            <a:r>
              <a:rPr lang="en-GB" sz="1200" u="sng" dirty="0">
                <a:solidFill>
                  <a:srgbClr val="0563C1"/>
                </a:solidFill>
                <a:effectLst/>
                <a:latin typeface="Arial" panose="020B0604020202020204" pitchFamily="34" charset="0"/>
                <a:ea typeface="Calibri" panose="020F0502020204030204" pitchFamily="34" charset="0"/>
                <a:cs typeface="Arial" panose="020B0604020202020204" pitchFamily="34" charset="0"/>
                <a:hlinkClick r:id="rId2"/>
              </a:rPr>
              <a:t>https://doi.org/10.1016/j.pragma.2020.10.009</a:t>
            </a:r>
            <a:r>
              <a:rPr lang="en-GB" sz="1200" dirty="0">
                <a:effectLst/>
                <a:latin typeface="Arial" panose="020B0604020202020204" pitchFamily="34" charset="0"/>
                <a:ea typeface="Calibri" panose="020F0502020204030204" pitchFamily="34" charset="0"/>
                <a:cs typeface="Arial" panose="020B0604020202020204" pitchFamily="34" charset="0"/>
              </a:rPr>
              <a:t>.</a:t>
            </a:r>
            <a:endParaRPr lang="mk-MK" sz="12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04655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advClick="0">
        <p159:morph option="byWord"/>
      </p:transition>
    </mc:Choice>
    <mc:Fallback xmlns="">
      <p:transition spd="slow" advClick="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209B1-CECE-7466-7044-9D73619E56A1}"/>
              </a:ext>
            </a:extLst>
          </p:cNvPr>
          <p:cNvSpPr>
            <a:spLocks noGrp="1"/>
          </p:cNvSpPr>
          <p:nvPr>
            <p:ph type="ctrTitle"/>
          </p:nvPr>
        </p:nvSpPr>
        <p:spPr>
          <a:xfrm>
            <a:off x="1345999" y="2128346"/>
            <a:ext cx="3959352" cy="1993770"/>
          </a:xfrm>
        </p:spPr>
        <p:txBody>
          <a:bodyPr/>
          <a:lstStyle/>
          <a:p>
            <a:br>
              <a:rPr lang="en-US" dirty="0"/>
            </a:br>
            <a:r>
              <a:rPr lang="en-US" dirty="0"/>
              <a:t>Thank you!</a:t>
            </a:r>
          </a:p>
        </p:txBody>
      </p:sp>
      <p:pic>
        <p:nvPicPr>
          <p:cNvPr id="11" name="Picture Placeholder 10">
            <a:extLst>
              <a:ext uri="{FF2B5EF4-FFF2-40B4-BE49-F238E27FC236}">
                <a16:creationId xmlns:a16="http://schemas.microsoft.com/office/drawing/2014/main" id="{635070DA-4262-41E5-8227-5ED39D633FC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563" r="25563"/>
          <a:stretch>
            <a:fillRect/>
          </a:stretch>
        </p:blipFill>
        <p:spPr/>
      </p:pic>
    </p:spTree>
    <p:extLst>
      <p:ext uri="{BB962C8B-B14F-4D97-AF65-F5344CB8AC3E}">
        <p14:creationId xmlns:p14="http://schemas.microsoft.com/office/powerpoint/2010/main" val="2999686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Word"/>
      </p:transition>
    </mc:Choice>
    <mc:Fallback xmlns="">
      <p:transition spd="slow">
        <p:fade/>
      </p:transition>
    </mc:Fallback>
  </mc:AlternateContent>
</p:sld>
</file>

<file path=ppt/theme/theme1.xml><?xml version="1.0" encoding="utf-8"?>
<a:theme xmlns:a="http://schemas.openxmlformats.org/drawingml/2006/main" name="Portal">
  <a:themeElements>
    <a:clrScheme name="Portal">
      <a:dk1>
        <a:sysClr val="windowText" lastClr="000000"/>
      </a:dk1>
      <a:lt1>
        <a:sysClr val="window" lastClr="FFFFFF"/>
      </a:lt1>
      <a:dk2>
        <a:srgbClr val="051618"/>
      </a:dk2>
      <a:lt2>
        <a:srgbClr val="EEEEE7"/>
      </a:lt2>
      <a:accent1>
        <a:srgbClr val="2E744E"/>
      </a:accent1>
      <a:accent2>
        <a:srgbClr val="64924A"/>
      </a:accent2>
      <a:accent3>
        <a:srgbClr val="A9A747"/>
      </a:accent3>
      <a:accent4>
        <a:srgbClr val="20758C"/>
      </a:accent4>
      <a:accent5>
        <a:srgbClr val="23958F"/>
      </a:accent5>
      <a:accent6>
        <a:srgbClr val="E48754"/>
      </a:accent6>
      <a:hlink>
        <a:srgbClr val="64924A"/>
      </a:hlink>
      <a:folHlink>
        <a:srgbClr val="23958F"/>
      </a:folHlink>
    </a:clrScheme>
    <a:fontScheme name="Portal">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ortal_win32_DN_V3" id="{E9FDF70A-E247-4F49-9C0E-6AD845C43691}" vid="{BF28B221-EE61-4668-B95F-EFA93621CE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668EA8-E89D-4943-9315-E81020F99F5B}">
  <ds:schemaRefs>
    <ds:schemaRef ds:uri="71af3243-3dd4-4a8d-8c0d-dd76da1f02a5"/>
    <ds:schemaRef ds:uri="http://purl.org/dc/terms/"/>
    <ds:schemaRef ds:uri="http://schemas.microsoft.com/office/2006/documentManagement/types"/>
    <ds:schemaRef ds:uri="http://purl.org/dc/elements/1.1/"/>
    <ds:schemaRef ds:uri="http://www.w3.org/XML/1998/namespace"/>
    <ds:schemaRef ds:uri="230e9df3-be65-4c73-a93b-d1236ebd677e"/>
    <ds:schemaRef ds:uri="16c05727-aa75-4e4a-9b5f-8a80a1165891"/>
    <ds:schemaRef ds:uri="http://schemas.microsoft.com/office/infopath/2007/PartnerControls"/>
    <ds:schemaRef ds:uri="http://schemas.openxmlformats.org/package/2006/metadata/core-properties"/>
    <ds:schemaRef ds:uri="http://schemas.microsoft.com/sharepoint/v3"/>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33395738-AF4E-4066-B400-6EBBDDBE920A}">
  <ds:schemaRefs>
    <ds:schemaRef ds:uri="http://schemas.microsoft.com/sharepoint/v3/contenttype/forms"/>
  </ds:schemaRefs>
</ds:datastoreItem>
</file>

<file path=customXml/itemProps3.xml><?xml version="1.0" encoding="utf-8"?>
<ds:datastoreItem xmlns:ds="http://schemas.openxmlformats.org/officeDocument/2006/customXml" ds:itemID="{5C842B2D-4607-4642-A3AF-BEEF34E672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1756</Words>
  <Application>Microsoft Office PowerPoint</Application>
  <PresentationFormat>Widescreen</PresentationFormat>
  <Paragraphs>157</Paragraphs>
  <Slides>19</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8" baseType="lpstr">
      <vt:lpstr>Aptos</vt:lpstr>
      <vt:lpstr>Arial</vt:lpstr>
      <vt:lpstr>Arial Black</vt:lpstr>
      <vt:lpstr>Times New Roman</vt:lpstr>
      <vt:lpstr>Trade Gothic Next Cond</vt:lpstr>
      <vt:lpstr>Trade Gothic Next Light</vt:lpstr>
      <vt:lpstr>Wingdings</vt:lpstr>
      <vt:lpstr>Portal</vt:lpstr>
      <vt:lpstr>Chart</vt:lpstr>
      <vt:lpstr>THE SPEECH ACT OF CONGRATULATING IN THE MACEDONIAN DIGITAL LANGUAGE</vt:lpstr>
      <vt:lpstr>Introduction </vt:lpstr>
      <vt:lpstr>“the speech act of congratulating is part of the expressives, which aim to point toward the psychological condition of the speaker.”</vt:lpstr>
      <vt:lpstr>PowerPoint Presentation</vt:lpstr>
      <vt:lpstr>According to literature</vt:lpstr>
      <vt:lpstr>Methodological framework </vt:lpstr>
      <vt:lpstr>Results </vt:lpstr>
      <vt:lpstr>PowerPoint Presentation</vt:lpstr>
      <vt:lpstr> The second graph presents the results from the analysis of a personal post about a 9-year anniversary shared by a Macedonian reporter and presenter with a photo of the pair. This post, which was again shared on a personal profile as a public post, was followed by 293 comments.  Graph 2 clearly shows that additional elements in the form of stickers, emoticons and GIFs prevail in the comments, while from the linguistic forms the most frequent are the strategies of expressing good wishes, giving compliments, IFIDs and encouragements. </vt:lpstr>
      <vt:lpstr>Graph 2: Celebrating an anniversary</vt:lpstr>
      <vt:lpstr>Graph 3 presents the results from a post about a new song with a music video by Macedonian singers, which was followed by 96 comments.  Here the strategies that prevail are the IFIDs, the compliments, personal comments and encouragements, while in the role as modifiers appear again stickers and GIFs. </vt:lpstr>
      <vt:lpstr>PowerPoint Presentation</vt:lpstr>
      <vt:lpstr>PowerPoint Presentation</vt:lpstr>
      <vt:lpstr>The main characteristic... </vt:lpstr>
      <vt:lpstr>An interesting fact is that in the obtained data the use of the elements such as stickers and GIFs often appear as an individual way of congratulating, especially in the second post. These elements enable the users of the social network to express their emotional feeling of happiness for another person without relying on any textual phrases, which overlaps with notions from other research (McCulloch, 2019., Tolins &amp; Samermit 2016). </vt:lpstr>
      <vt:lpstr>PowerPoint Presentation</vt:lpstr>
      <vt:lpstr>  Conclusion  </vt:lpstr>
      <vt:lpstr>References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dc:creator>Marija Grkova</dc:creator>
  <cp:lastModifiedBy>Ana Koceva</cp:lastModifiedBy>
  <cp:revision>17</cp:revision>
  <dcterms:created xsi:type="dcterms:W3CDTF">2026-03-16T09:08:37Z</dcterms:created>
  <dcterms:modified xsi:type="dcterms:W3CDTF">2026-03-16T15:26:35Z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